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5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b Dombroski" initials="BD" lastIdx="1" clrIdx="0">
    <p:extLst>
      <p:ext uri="{19B8F6BF-5375-455C-9EA6-DF929625EA0E}">
        <p15:presenceInfo xmlns:p15="http://schemas.microsoft.com/office/powerpoint/2012/main" userId="S-1-5-21-36516332-2018120268-52263381-246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FD56BA-1212-411C-AA1C-E3D92C56B299}" v="2" dt="2023-04-28T08:37:57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Kulyk" userId="618359ca-41a9-4d18-b1b3-33402c038619" providerId="ADAL" clId="{89FD56BA-1212-411C-AA1C-E3D92C56B299}"/>
    <pc:docChg chg="modSld">
      <pc:chgData name="Igor Kulyk" userId="618359ca-41a9-4d18-b1b3-33402c038619" providerId="ADAL" clId="{89FD56BA-1212-411C-AA1C-E3D92C56B299}" dt="2023-04-28T08:37:57.163" v="1" actId="1076"/>
      <pc:docMkLst>
        <pc:docMk/>
      </pc:docMkLst>
      <pc:sldChg chg="modSp">
        <pc:chgData name="Igor Kulyk" userId="618359ca-41a9-4d18-b1b3-33402c038619" providerId="ADAL" clId="{89FD56BA-1212-411C-AA1C-E3D92C56B299}" dt="2023-04-28T08:37:57.163" v="1" actId="1076"/>
        <pc:sldMkLst>
          <pc:docMk/>
          <pc:sldMk cId="2745845826" sldId="275"/>
        </pc:sldMkLst>
        <pc:spChg chg="mod">
          <ac:chgData name="Igor Kulyk" userId="618359ca-41a9-4d18-b1b3-33402c038619" providerId="ADAL" clId="{89FD56BA-1212-411C-AA1C-E3D92C56B299}" dt="2023-04-28T08:37:54.813" v="0" actId="14100"/>
          <ac:spMkLst>
            <pc:docMk/>
            <pc:sldMk cId="2745845826" sldId="275"/>
            <ac:spMk id="5" creationId="{00000000-0000-0000-0000-000000000000}"/>
          </ac:spMkLst>
        </pc:spChg>
        <pc:spChg chg="mod">
          <ac:chgData name="Igor Kulyk" userId="618359ca-41a9-4d18-b1b3-33402c038619" providerId="ADAL" clId="{89FD56BA-1212-411C-AA1C-E3D92C56B299}" dt="2023-04-28T08:37:57.163" v="1" actId="1076"/>
          <ac:spMkLst>
            <pc:docMk/>
            <pc:sldMk cId="2745845826" sldId="275"/>
            <ac:spMk id="6" creationId="{00000000-0000-0000-0000-000000000000}"/>
          </ac:spMkLst>
        </pc:spChg>
      </pc:sldChg>
    </pc:docChg>
  </pc:docChgLst>
  <pc:docChgLst>
    <pc:chgData name="Igor Kulyk" userId="618359ca-41a9-4d18-b1b3-33402c038619" providerId="ADAL" clId="{80023D20-DC53-4283-AFA2-13E230093C76}"/>
    <pc:docChg chg="modSld">
      <pc:chgData name="Igor Kulyk" userId="618359ca-41a9-4d18-b1b3-33402c038619" providerId="ADAL" clId="{80023D20-DC53-4283-AFA2-13E230093C76}" dt="2020-01-31T17:49:37.154" v="0" actId="1076"/>
      <pc:docMkLst>
        <pc:docMk/>
      </pc:docMkLst>
      <pc:sldChg chg="modSp">
        <pc:chgData name="Igor Kulyk" userId="618359ca-41a9-4d18-b1b3-33402c038619" providerId="ADAL" clId="{80023D20-DC53-4283-AFA2-13E230093C76}" dt="2020-01-31T17:49:37.154" v="0" actId="1076"/>
        <pc:sldMkLst>
          <pc:docMk/>
          <pc:sldMk cId="2745845826" sldId="275"/>
        </pc:sldMkLst>
        <pc:spChg chg="mod">
          <ac:chgData name="Igor Kulyk" userId="618359ca-41a9-4d18-b1b3-33402c038619" providerId="ADAL" clId="{80023D20-DC53-4283-AFA2-13E230093C76}" dt="2020-01-31T17:49:37.154" v="0" actId="1076"/>
          <ac:spMkLst>
            <pc:docMk/>
            <pc:sldMk cId="2745845826" sldId="275"/>
            <ac:spMk id="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5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5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0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3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6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6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993A4-A8B2-4621-9542-CF79E846E54C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AFE66-D6D7-4AD2-A2B1-A452D065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8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tags" Target="../tags/tag209.xml"/><Relationship Id="rId21" Type="http://schemas.openxmlformats.org/officeDocument/2006/relationships/tags" Target="../tags/tag113.xml"/><Relationship Id="rId42" Type="http://schemas.openxmlformats.org/officeDocument/2006/relationships/tags" Target="../tags/tag134.xml"/><Relationship Id="rId63" Type="http://schemas.openxmlformats.org/officeDocument/2006/relationships/tags" Target="../tags/tag155.xml"/><Relationship Id="rId84" Type="http://schemas.openxmlformats.org/officeDocument/2006/relationships/tags" Target="../tags/tag176.xml"/><Relationship Id="rId138" Type="http://schemas.openxmlformats.org/officeDocument/2006/relationships/tags" Target="../tags/tag230.xml"/><Relationship Id="rId159" Type="http://schemas.openxmlformats.org/officeDocument/2006/relationships/tags" Target="../tags/tag251.xml"/><Relationship Id="rId170" Type="http://schemas.openxmlformats.org/officeDocument/2006/relationships/tags" Target="../tags/tag262.xml"/><Relationship Id="rId191" Type="http://schemas.openxmlformats.org/officeDocument/2006/relationships/tags" Target="../tags/tag283.xml"/><Relationship Id="rId205" Type="http://schemas.openxmlformats.org/officeDocument/2006/relationships/tags" Target="../tags/tag297.xml"/><Relationship Id="rId107" Type="http://schemas.openxmlformats.org/officeDocument/2006/relationships/tags" Target="../tags/tag199.xml"/><Relationship Id="rId11" Type="http://schemas.openxmlformats.org/officeDocument/2006/relationships/tags" Target="../tags/tag103.xml"/><Relationship Id="rId32" Type="http://schemas.openxmlformats.org/officeDocument/2006/relationships/tags" Target="../tags/tag124.xml"/><Relationship Id="rId53" Type="http://schemas.openxmlformats.org/officeDocument/2006/relationships/tags" Target="../tags/tag145.xml"/><Relationship Id="rId74" Type="http://schemas.openxmlformats.org/officeDocument/2006/relationships/tags" Target="../tags/tag166.xml"/><Relationship Id="rId128" Type="http://schemas.openxmlformats.org/officeDocument/2006/relationships/tags" Target="../tags/tag220.xml"/><Relationship Id="rId149" Type="http://schemas.openxmlformats.org/officeDocument/2006/relationships/tags" Target="../tags/tag241.xml"/><Relationship Id="rId5" Type="http://schemas.openxmlformats.org/officeDocument/2006/relationships/tags" Target="../tags/tag97.xml"/><Relationship Id="rId95" Type="http://schemas.openxmlformats.org/officeDocument/2006/relationships/tags" Target="../tags/tag187.xml"/><Relationship Id="rId160" Type="http://schemas.openxmlformats.org/officeDocument/2006/relationships/tags" Target="../tags/tag252.xml"/><Relationship Id="rId181" Type="http://schemas.openxmlformats.org/officeDocument/2006/relationships/tags" Target="../tags/tag273.xml"/><Relationship Id="rId216" Type="http://schemas.openxmlformats.org/officeDocument/2006/relationships/tags" Target="../tags/tag308.xml"/><Relationship Id="rId22" Type="http://schemas.openxmlformats.org/officeDocument/2006/relationships/tags" Target="../tags/tag114.xml"/><Relationship Id="rId43" Type="http://schemas.openxmlformats.org/officeDocument/2006/relationships/tags" Target="../tags/tag135.xml"/><Relationship Id="rId64" Type="http://schemas.openxmlformats.org/officeDocument/2006/relationships/tags" Target="../tags/tag156.xml"/><Relationship Id="rId118" Type="http://schemas.openxmlformats.org/officeDocument/2006/relationships/tags" Target="../tags/tag210.xml"/><Relationship Id="rId139" Type="http://schemas.openxmlformats.org/officeDocument/2006/relationships/tags" Target="../tags/tag231.xml"/><Relationship Id="rId85" Type="http://schemas.openxmlformats.org/officeDocument/2006/relationships/tags" Target="../tags/tag177.xml"/><Relationship Id="rId150" Type="http://schemas.openxmlformats.org/officeDocument/2006/relationships/tags" Target="../tags/tag242.xml"/><Relationship Id="rId171" Type="http://schemas.openxmlformats.org/officeDocument/2006/relationships/tags" Target="../tags/tag263.xml"/><Relationship Id="rId192" Type="http://schemas.openxmlformats.org/officeDocument/2006/relationships/tags" Target="../tags/tag284.xml"/><Relationship Id="rId206" Type="http://schemas.openxmlformats.org/officeDocument/2006/relationships/tags" Target="../tags/tag298.xml"/><Relationship Id="rId12" Type="http://schemas.openxmlformats.org/officeDocument/2006/relationships/tags" Target="../tags/tag104.xml"/><Relationship Id="rId33" Type="http://schemas.openxmlformats.org/officeDocument/2006/relationships/tags" Target="../tags/tag125.xml"/><Relationship Id="rId108" Type="http://schemas.openxmlformats.org/officeDocument/2006/relationships/tags" Target="../tags/tag200.xml"/><Relationship Id="rId129" Type="http://schemas.openxmlformats.org/officeDocument/2006/relationships/tags" Target="../tags/tag221.xml"/><Relationship Id="rId54" Type="http://schemas.openxmlformats.org/officeDocument/2006/relationships/tags" Target="../tags/tag146.xml"/><Relationship Id="rId75" Type="http://schemas.openxmlformats.org/officeDocument/2006/relationships/tags" Target="../tags/tag167.xml"/><Relationship Id="rId96" Type="http://schemas.openxmlformats.org/officeDocument/2006/relationships/tags" Target="../tags/tag188.xml"/><Relationship Id="rId140" Type="http://schemas.openxmlformats.org/officeDocument/2006/relationships/tags" Target="../tags/tag232.xml"/><Relationship Id="rId161" Type="http://schemas.openxmlformats.org/officeDocument/2006/relationships/tags" Target="../tags/tag253.xml"/><Relationship Id="rId182" Type="http://schemas.openxmlformats.org/officeDocument/2006/relationships/tags" Target="../tags/tag274.xml"/><Relationship Id="rId217" Type="http://schemas.openxmlformats.org/officeDocument/2006/relationships/tags" Target="../tags/tag309.xml"/><Relationship Id="rId6" Type="http://schemas.openxmlformats.org/officeDocument/2006/relationships/tags" Target="../tags/tag98.xml"/><Relationship Id="rId23" Type="http://schemas.openxmlformats.org/officeDocument/2006/relationships/tags" Target="../tags/tag115.xml"/><Relationship Id="rId119" Type="http://schemas.openxmlformats.org/officeDocument/2006/relationships/tags" Target="../tags/tag211.xml"/><Relationship Id="rId44" Type="http://schemas.openxmlformats.org/officeDocument/2006/relationships/tags" Target="../tags/tag136.xml"/><Relationship Id="rId65" Type="http://schemas.openxmlformats.org/officeDocument/2006/relationships/tags" Target="../tags/tag157.xml"/><Relationship Id="rId86" Type="http://schemas.openxmlformats.org/officeDocument/2006/relationships/tags" Target="../tags/tag178.xml"/><Relationship Id="rId130" Type="http://schemas.openxmlformats.org/officeDocument/2006/relationships/tags" Target="../tags/tag222.xml"/><Relationship Id="rId151" Type="http://schemas.openxmlformats.org/officeDocument/2006/relationships/tags" Target="../tags/tag243.xml"/><Relationship Id="rId172" Type="http://schemas.openxmlformats.org/officeDocument/2006/relationships/tags" Target="../tags/tag264.xml"/><Relationship Id="rId193" Type="http://schemas.openxmlformats.org/officeDocument/2006/relationships/tags" Target="../tags/tag285.xml"/><Relationship Id="rId207" Type="http://schemas.openxmlformats.org/officeDocument/2006/relationships/tags" Target="../tags/tag299.xml"/><Relationship Id="rId13" Type="http://schemas.openxmlformats.org/officeDocument/2006/relationships/tags" Target="../tags/tag105.xml"/><Relationship Id="rId109" Type="http://schemas.openxmlformats.org/officeDocument/2006/relationships/tags" Target="../tags/tag201.xml"/><Relationship Id="rId34" Type="http://schemas.openxmlformats.org/officeDocument/2006/relationships/tags" Target="../tags/tag126.xml"/><Relationship Id="rId55" Type="http://schemas.openxmlformats.org/officeDocument/2006/relationships/tags" Target="../tags/tag147.xml"/><Relationship Id="rId76" Type="http://schemas.openxmlformats.org/officeDocument/2006/relationships/tags" Target="../tags/tag168.xml"/><Relationship Id="rId97" Type="http://schemas.openxmlformats.org/officeDocument/2006/relationships/tags" Target="../tags/tag189.xml"/><Relationship Id="rId120" Type="http://schemas.openxmlformats.org/officeDocument/2006/relationships/tags" Target="../tags/tag212.xml"/><Relationship Id="rId141" Type="http://schemas.openxmlformats.org/officeDocument/2006/relationships/tags" Target="../tags/tag233.xml"/><Relationship Id="rId7" Type="http://schemas.openxmlformats.org/officeDocument/2006/relationships/tags" Target="../tags/tag99.xml"/><Relationship Id="rId162" Type="http://schemas.openxmlformats.org/officeDocument/2006/relationships/tags" Target="../tags/tag254.xml"/><Relationship Id="rId183" Type="http://schemas.openxmlformats.org/officeDocument/2006/relationships/tags" Target="../tags/tag275.xml"/><Relationship Id="rId218" Type="http://schemas.openxmlformats.org/officeDocument/2006/relationships/tags" Target="../tags/tag310.xml"/><Relationship Id="rId24" Type="http://schemas.openxmlformats.org/officeDocument/2006/relationships/tags" Target="../tags/tag116.xml"/><Relationship Id="rId45" Type="http://schemas.openxmlformats.org/officeDocument/2006/relationships/tags" Target="../tags/tag137.xml"/><Relationship Id="rId66" Type="http://schemas.openxmlformats.org/officeDocument/2006/relationships/tags" Target="../tags/tag158.xml"/><Relationship Id="rId87" Type="http://schemas.openxmlformats.org/officeDocument/2006/relationships/tags" Target="../tags/tag179.xml"/><Relationship Id="rId110" Type="http://schemas.openxmlformats.org/officeDocument/2006/relationships/tags" Target="../tags/tag202.xml"/><Relationship Id="rId131" Type="http://schemas.openxmlformats.org/officeDocument/2006/relationships/tags" Target="../tags/tag223.xml"/><Relationship Id="rId152" Type="http://schemas.openxmlformats.org/officeDocument/2006/relationships/tags" Target="../tags/tag244.xml"/><Relationship Id="rId173" Type="http://schemas.openxmlformats.org/officeDocument/2006/relationships/tags" Target="../tags/tag265.xml"/><Relationship Id="rId194" Type="http://schemas.openxmlformats.org/officeDocument/2006/relationships/tags" Target="../tags/tag286.xml"/><Relationship Id="rId208" Type="http://schemas.openxmlformats.org/officeDocument/2006/relationships/tags" Target="../tags/tag300.xml"/><Relationship Id="rId14" Type="http://schemas.openxmlformats.org/officeDocument/2006/relationships/tags" Target="../tags/tag106.xml"/><Relationship Id="rId35" Type="http://schemas.openxmlformats.org/officeDocument/2006/relationships/tags" Target="../tags/tag127.xml"/><Relationship Id="rId56" Type="http://schemas.openxmlformats.org/officeDocument/2006/relationships/tags" Target="../tags/tag148.xml"/><Relationship Id="rId77" Type="http://schemas.openxmlformats.org/officeDocument/2006/relationships/tags" Target="../tags/tag169.xml"/><Relationship Id="rId100" Type="http://schemas.openxmlformats.org/officeDocument/2006/relationships/tags" Target="../tags/tag192.xml"/><Relationship Id="rId8" Type="http://schemas.openxmlformats.org/officeDocument/2006/relationships/tags" Target="../tags/tag100.xml"/><Relationship Id="rId51" Type="http://schemas.openxmlformats.org/officeDocument/2006/relationships/tags" Target="../tags/tag143.xml"/><Relationship Id="rId72" Type="http://schemas.openxmlformats.org/officeDocument/2006/relationships/tags" Target="../tags/tag164.xml"/><Relationship Id="rId93" Type="http://schemas.openxmlformats.org/officeDocument/2006/relationships/tags" Target="../tags/tag185.xml"/><Relationship Id="rId98" Type="http://schemas.openxmlformats.org/officeDocument/2006/relationships/tags" Target="../tags/tag190.xml"/><Relationship Id="rId121" Type="http://schemas.openxmlformats.org/officeDocument/2006/relationships/tags" Target="../tags/tag213.xml"/><Relationship Id="rId142" Type="http://schemas.openxmlformats.org/officeDocument/2006/relationships/tags" Target="../tags/tag234.xml"/><Relationship Id="rId163" Type="http://schemas.openxmlformats.org/officeDocument/2006/relationships/tags" Target="../tags/tag255.xml"/><Relationship Id="rId184" Type="http://schemas.openxmlformats.org/officeDocument/2006/relationships/tags" Target="../tags/tag276.xml"/><Relationship Id="rId189" Type="http://schemas.openxmlformats.org/officeDocument/2006/relationships/tags" Target="../tags/tag281.xml"/><Relationship Id="rId219" Type="http://schemas.openxmlformats.org/officeDocument/2006/relationships/tags" Target="../tags/tag311.xml"/><Relationship Id="rId3" Type="http://schemas.openxmlformats.org/officeDocument/2006/relationships/tags" Target="../tags/tag95.xml"/><Relationship Id="rId214" Type="http://schemas.openxmlformats.org/officeDocument/2006/relationships/tags" Target="../tags/tag306.xml"/><Relationship Id="rId25" Type="http://schemas.openxmlformats.org/officeDocument/2006/relationships/tags" Target="../tags/tag117.xml"/><Relationship Id="rId46" Type="http://schemas.openxmlformats.org/officeDocument/2006/relationships/tags" Target="../tags/tag138.xml"/><Relationship Id="rId67" Type="http://schemas.openxmlformats.org/officeDocument/2006/relationships/tags" Target="../tags/tag159.xml"/><Relationship Id="rId116" Type="http://schemas.openxmlformats.org/officeDocument/2006/relationships/tags" Target="../tags/tag208.xml"/><Relationship Id="rId137" Type="http://schemas.openxmlformats.org/officeDocument/2006/relationships/tags" Target="../tags/tag229.xml"/><Relationship Id="rId158" Type="http://schemas.openxmlformats.org/officeDocument/2006/relationships/tags" Target="../tags/tag250.xml"/><Relationship Id="rId20" Type="http://schemas.openxmlformats.org/officeDocument/2006/relationships/tags" Target="../tags/tag112.xml"/><Relationship Id="rId41" Type="http://schemas.openxmlformats.org/officeDocument/2006/relationships/tags" Target="../tags/tag133.xml"/><Relationship Id="rId62" Type="http://schemas.openxmlformats.org/officeDocument/2006/relationships/tags" Target="../tags/tag154.xml"/><Relationship Id="rId83" Type="http://schemas.openxmlformats.org/officeDocument/2006/relationships/tags" Target="../tags/tag175.xml"/><Relationship Id="rId88" Type="http://schemas.openxmlformats.org/officeDocument/2006/relationships/tags" Target="../tags/tag180.xml"/><Relationship Id="rId111" Type="http://schemas.openxmlformats.org/officeDocument/2006/relationships/tags" Target="../tags/tag203.xml"/><Relationship Id="rId132" Type="http://schemas.openxmlformats.org/officeDocument/2006/relationships/tags" Target="../tags/tag224.xml"/><Relationship Id="rId153" Type="http://schemas.openxmlformats.org/officeDocument/2006/relationships/tags" Target="../tags/tag245.xml"/><Relationship Id="rId174" Type="http://schemas.openxmlformats.org/officeDocument/2006/relationships/tags" Target="../tags/tag266.xml"/><Relationship Id="rId179" Type="http://schemas.openxmlformats.org/officeDocument/2006/relationships/tags" Target="../tags/tag271.xml"/><Relationship Id="rId195" Type="http://schemas.openxmlformats.org/officeDocument/2006/relationships/tags" Target="../tags/tag287.xml"/><Relationship Id="rId209" Type="http://schemas.openxmlformats.org/officeDocument/2006/relationships/tags" Target="../tags/tag301.xml"/><Relationship Id="rId190" Type="http://schemas.openxmlformats.org/officeDocument/2006/relationships/tags" Target="../tags/tag282.xml"/><Relationship Id="rId204" Type="http://schemas.openxmlformats.org/officeDocument/2006/relationships/tags" Target="../tags/tag296.xml"/><Relationship Id="rId220" Type="http://schemas.openxmlformats.org/officeDocument/2006/relationships/tags" Target="../tags/tag312.xml"/><Relationship Id="rId15" Type="http://schemas.openxmlformats.org/officeDocument/2006/relationships/tags" Target="../tags/tag107.xml"/><Relationship Id="rId36" Type="http://schemas.openxmlformats.org/officeDocument/2006/relationships/tags" Target="../tags/tag128.xml"/><Relationship Id="rId57" Type="http://schemas.openxmlformats.org/officeDocument/2006/relationships/tags" Target="../tags/tag149.xml"/><Relationship Id="rId106" Type="http://schemas.openxmlformats.org/officeDocument/2006/relationships/tags" Target="../tags/tag198.xml"/><Relationship Id="rId127" Type="http://schemas.openxmlformats.org/officeDocument/2006/relationships/tags" Target="../tags/tag219.xml"/><Relationship Id="rId10" Type="http://schemas.openxmlformats.org/officeDocument/2006/relationships/tags" Target="../tags/tag102.xml"/><Relationship Id="rId31" Type="http://schemas.openxmlformats.org/officeDocument/2006/relationships/tags" Target="../tags/tag123.xml"/><Relationship Id="rId52" Type="http://schemas.openxmlformats.org/officeDocument/2006/relationships/tags" Target="../tags/tag144.xml"/><Relationship Id="rId73" Type="http://schemas.openxmlformats.org/officeDocument/2006/relationships/tags" Target="../tags/tag165.xml"/><Relationship Id="rId78" Type="http://schemas.openxmlformats.org/officeDocument/2006/relationships/tags" Target="../tags/tag170.xml"/><Relationship Id="rId94" Type="http://schemas.openxmlformats.org/officeDocument/2006/relationships/tags" Target="../tags/tag186.xml"/><Relationship Id="rId99" Type="http://schemas.openxmlformats.org/officeDocument/2006/relationships/tags" Target="../tags/tag191.xml"/><Relationship Id="rId101" Type="http://schemas.openxmlformats.org/officeDocument/2006/relationships/tags" Target="../tags/tag193.xml"/><Relationship Id="rId122" Type="http://schemas.openxmlformats.org/officeDocument/2006/relationships/tags" Target="../tags/tag214.xml"/><Relationship Id="rId143" Type="http://schemas.openxmlformats.org/officeDocument/2006/relationships/tags" Target="../tags/tag235.xml"/><Relationship Id="rId148" Type="http://schemas.openxmlformats.org/officeDocument/2006/relationships/tags" Target="../tags/tag240.xml"/><Relationship Id="rId164" Type="http://schemas.openxmlformats.org/officeDocument/2006/relationships/tags" Target="../tags/tag256.xml"/><Relationship Id="rId169" Type="http://schemas.openxmlformats.org/officeDocument/2006/relationships/tags" Target="../tags/tag261.xml"/><Relationship Id="rId185" Type="http://schemas.openxmlformats.org/officeDocument/2006/relationships/tags" Target="../tags/tag277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80" Type="http://schemas.openxmlformats.org/officeDocument/2006/relationships/tags" Target="../tags/tag272.xml"/><Relationship Id="rId210" Type="http://schemas.openxmlformats.org/officeDocument/2006/relationships/tags" Target="../tags/tag302.xml"/><Relationship Id="rId215" Type="http://schemas.openxmlformats.org/officeDocument/2006/relationships/tags" Target="../tags/tag307.xml"/><Relationship Id="rId26" Type="http://schemas.openxmlformats.org/officeDocument/2006/relationships/tags" Target="../tags/tag118.xml"/><Relationship Id="rId47" Type="http://schemas.openxmlformats.org/officeDocument/2006/relationships/tags" Target="../tags/tag139.xml"/><Relationship Id="rId68" Type="http://schemas.openxmlformats.org/officeDocument/2006/relationships/tags" Target="../tags/tag160.xml"/><Relationship Id="rId89" Type="http://schemas.openxmlformats.org/officeDocument/2006/relationships/tags" Target="../tags/tag181.xml"/><Relationship Id="rId112" Type="http://schemas.openxmlformats.org/officeDocument/2006/relationships/tags" Target="../tags/tag204.xml"/><Relationship Id="rId133" Type="http://schemas.openxmlformats.org/officeDocument/2006/relationships/tags" Target="../tags/tag225.xml"/><Relationship Id="rId154" Type="http://schemas.openxmlformats.org/officeDocument/2006/relationships/tags" Target="../tags/tag246.xml"/><Relationship Id="rId175" Type="http://schemas.openxmlformats.org/officeDocument/2006/relationships/tags" Target="../tags/tag267.xml"/><Relationship Id="rId196" Type="http://schemas.openxmlformats.org/officeDocument/2006/relationships/tags" Target="../tags/tag288.xml"/><Relationship Id="rId200" Type="http://schemas.openxmlformats.org/officeDocument/2006/relationships/tags" Target="../tags/tag292.xml"/><Relationship Id="rId16" Type="http://schemas.openxmlformats.org/officeDocument/2006/relationships/tags" Target="../tags/tag108.xml"/><Relationship Id="rId221" Type="http://schemas.openxmlformats.org/officeDocument/2006/relationships/tags" Target="../tags/tag313.xml"/><Relationship Id="rId37" Type="http://schemas.openxmlformats.org/officeDocument/2006/relationships/tags" Target="../tags/tag129.xml"/><Relationship Id="rId58" Type="http://schemas.openxmlformats.org/officeDocument/2006/relationships/tags" Target="../tags/tag150.xml"/><Relationship Id="rId79" Type="http://schemas.openxmlformats.org/officeDocument/2006/relationships/tags" Target="../tags/tag171.xml"/><Relationship Id="rId102" Type="http://schemas.openxmlformats.org/officeDocument/2006/relationships/tags" Target="../tags/tag194.xml"/><Relationship Id="rId123" Type="http://schemas.openxmlformats.org/officeDocument/2006/relationships/tags" Target="../tags/tag215.xml"/><Relationship Id="rId144" Type="http://schemas.openxmlformats.org/officeDocument/2006/relationships/tags" Target="../tags/tag236.xml"/><Relationship Id="rId90" Type="http://schemas.openxmlformats.org/officeDocument/2006/relationships/tags" Target="../tags/tag182.xml"/><Relationship Id="rId165" Type="http://schemas.openxmlformats.org/officeDocument/2006/relationships/tags" Target="../tags/tag257.xml"/><Relationship Id="rId186" Type="http://schemas.openxmlformats.org/officeDocument/2006/relationships/tags" Target="../tags/tag278.xml"/><Relationship Id="rId211" Type="http://schemas.openxmlformats.org/officeDocument/2006/relationships/tags" Target="../tags/tag303.xml"/><Relationship Id="rId27" Type="http://schemas.openxmlformats.org/officeDocument/2006/relationships/tags" Target="../tags/tag119.xml"/><Relationship Id="rId48" Type="http://schemas.openxmlformats.org/officeDocument/2006/relationships/tags" Target="../tags/tag140.xml"/><Relationship Id="rId69" Type="http://schemas.openxmlformats.org/officeDocument/2006/relationships/tags" Target="../tags/tag161.xml"/><Relationship Id="rId113" Type="http://schemas.openxmlformats.org/officeDocument/2006/relationships/tags" Target="../tags/tag205.xml"/><Relationship Id="rId134" Type="http://schemas.openxmlformats.org/officeDocument/2006/relationships/tags" Target="../tags/tag226.xml"/><Relationship Id="rId80" Type="http://schemas.openxmlformats.org/officeDocument/2006/relationships/tags" Target="../tags/tag172.xml"/><Relationship Id="rId155" Type="http://schemas.openxmlformats.org/officeDocument/2006/relationships/tags" Target="../tags/tag247.xml"/><Relationship Id="rId176" Type="http://schemas.openxmlformats.org/officeDocument/2006/relationships/tags" Target="../tags/tag268.xml"/><Relationship Id="rId197" Type="http://schemas.openxmlformats.org/officeDocument/2006/relationships/tags" Target="../tags/tag289.xml"/><Relationship Id="rId201" Type="http://schemas.openxmlformats.org/officeDocument/2006/relationships/tags" Target="../tags/tag293.xml"/><Relationship Id="rId222" Type="http://schemas.openxmlformats.org/officeDocument/2006/relationships/tags" Target="../tags/tag314.xml"/><Relationship Id="rId17" Type="http://schemas.openxmlformats.org/officeDocument/2006/relationships/tags" Target="../tags/tag109.xml"/><Relationship Id="rId38" Type="http://schemas.openxmlformats.org/officeDocument/2006/relationships/tags" Target="../tags/tag130.xml"/><Relationship Id="rId59" Type="http://schemas.openxmlformats.org/officeDocument/2006/relationships/tags" Target="../tags/tag151.xml"/><Relationship Id="rId103" Type="http://schemas.openxmlformats.org/officeDocument/2006/relationships/tags" Target="../tags/tag195.xml"/><Relationship Id="rId124" Type="http://schemas.openxmlformats.org/officeDocument/2006/relationships/tags" Target="../tags/tag216.xml"/><Relationship Id="rId70" Type="http://schemas.openxmlformats.org/officeDocument/2006/relationships/tags" Target="../tags/tag162.xml"/><Relationship Id="rId91" Type="http://schemas.openxmlformats.org/officeDocument/2006/relationships/tags" Target="../tags/tag183.xml"/><Relationship Id="rId145" Type="http://schemas.openxmlformats.org/officeDocument/2006/relationships/tags" Target="../tags/tag237.xml"/><Relationship Id="rId166" Type="http://schemas.openxmlformats.org/officeDocument/2006/relationships/tags" Target="../tags/tag258.xml"/><Relationship Id="rId187" Type="http://schemas.openxmlformats.org/officeDocument/2006/relationships/tags" Target="../tags/tag279.xml"/><Relationship Id="rId1" Type="http://schemas.openxmlformats.org/officeDocument/2006/relationships/tags" Target="../tags/tag93.xml"/><Relationship Id="rId212" Type="http://schemas.openxmlformats.org/officeDocument/2006/relationships/tags" Target="../tags/tag304.xml"/><Relationship Id="rId28" Type="http://schemas.openxmlformats.org/officeDocument/2006/relationships/tags" Target="../tags/tag120.xml"/><Relationship Id="rId49" Type="http://schemas.openxmlformats.org/officeDocument/2006/relationships/tags" Target="../tags/tag141.xml"/><Relationship Id="rId114" Type="http://schemas.openxmlformats.org/officeDocument/2006/relationships/tags" Target="../tags/tag206.xml"/><Relationship Id="rId60" Type="http://schemas.openxmlformats.org/officeDocument/2006/relationships/tags" Target="../tags/tag152.xml"/><Relationship Id="rId81" Type="http://schemas.openxmlformats.org/officeDocument/2006/relationships/tags" Target="../tags/tag173.xml"/><Relationship Id="rId135" Type="http://schemas.openxmlformats.org/officeDocument/2006/relationships/tags" Target="../tags/tag227.xml"/><Relationship Id="rId156" Type="http://schemas.openxmlformats.org/officeDocument/2006/relationships/tags" Target="../tags/tag248.xml"/><Relationship Id="rId177" Type="http://schemas.openxmlformats.org/officeDocument/2006/relationships/tags" Target="../tags/tag269.xml"/><Relationship Id="rId198" Type="http://schemas.openxmlformats.org/officeDocument/2006/relationships/tags" Target="../tags/tag290.xml"/><Relationship Id="rId202" Type="http://schemas.openxmlformats.org/officeDocument/2006/relationships/tags" Target="../tags/tag294.xml"/><Relationship Id="rId223" Type="http://schemas.openxmlformats.org/officeDocument/2006/relationships/slideLayout" Target="../slideLayouts/slideLayout7.xml"/><Relationship Id="rId18" Type="http://schemas.openxmlformats.org/officeDocument/2006/relationships/tags" Target="../tags/tag110.xml"/><Relationship Id="rId39" Type="http://schemas.openxmlformats.org/officeDocument/2006/relationships/tags" Target="../tags/tag131.xml"/><Relationship Id="rId50" Type="http://schemas.openxmlformats.org/officeDocument/2006/relationships/tags" Target="../tags/tag142.xml"/><Relationship Id="rId104" Type="http://schemas.openxmlformats.org/officeDocument/2006/relationships/tags" Target="../tags/tag196.xml"/><Relationship Id="rId125" Type="http://schemas.openxmlformats.org/officeDocument/2006/relationships/tags" Target="../tags/tag217.xml"/><Relationship Id="rId146" Type="http://schemas.openxmlformats.org/officeDocument/2006/relationships/tags" Target="../tags/tag238.xml"/><Relationship Id="rId167" Type="http://schemas.openxmlformats.org/officeDocument/2006/relationships/tags" Target="../tags/tag259.xml"/><Relationship Id="rId188" Type="http://schemas.openxmlformats.org/officeDocument/2006/relationships/tags" Target="../tags/tag280.xml"/><Relationship Id="rId71" Type="http://schemas.openxmlformats.org/officeDocument/2006/relationships/tags" Target="../tags/tag163.xml"/><Relationship Id="rId92" Type="http://schemas.openxmlformats.org/officeDocument/2006/relationships/tags" Target="../tags/tag184.xml"/><Relationship Id="rId213" Type="http://schemas.openxmlformats.org/officeDocument/2006/relationships/tags" Target="../tags/tag305.xml"/><Relationship Id="rId2" Type="http://schemas.openxmlformats.org/officeDocument/2006/relationships/tags" Target="../tags/tag94.xml"/><Relationship Id="rId29" Type="http://schemas.openxmlformats.org/officeDocument/2006/relationships/tags" Target="../tags/tag121.xml"/><Relationship Id="rId40" Type="http://schemas.openxmlformats.org/officeDocument/2006/relationships/tags" Target="../tags/tag132.xml"/><Relationship Id="rId115" Type="http://schemas.openxmlformats.org/officeDocument/2006/relationships/tags" Target="../tags/tag207.xml"/><Relationship Id="rId136" Type="http://schemas.openxmlformats.org/officeDocument/2006/relationships/tags" Target="../tags/tag228.xml"/><Relationship Id="rId157" Type="http://schemas.openxmlformats.org/officeDocument/2006/relationships/tags" Target="../tags/tag249.xml"/><Relationship Id="rId178" Type="http://schemas.openxmlformats.org/officeDocument/2006/relationships/tags" Target="../tags/tag270.xml"/><Relationship Id="rId61" Type="http://schemas.openxmlformats.org/officeDocument/2006/relationships/tags" Target="../tags/tag153.xml"/><Relationship Id="rId82" Type="http://schemas.openxmlformats.org/officeDocument/2006/relationships/tags" Target="../tags/tag174.xml"/><Relationship Id="rId199" Type="http://schemas.openxmlformats.org/officeDocument/2006/relationships/tags" Target="../tags/tag291.xml"/><Relationship Id="rId203" Type="http://schemas.openxmlformats.org/officeDocument/2006/relationships/tags" Target="../tags/tag295.xml"/><Relationship Id="rId19" Type="http://schemas.openxmlformats.org/officeDocument/2006/relationships/tags" Target="../tags/tag111.xml"/><Relationship Id="rId30" Type="http://schemas.openxmlformats.org/officeDocument/2006/relationships/tags" Target="../tags/tag122.xml"/><Relationship Id="rId105" Type="http://schemas.openxmlformats.org/officeDocument/2006/relationships/tags" Target="../tags/tag197.xml"/><Relationship Id="rId126" Type="http://schemas.openxmlformats.org/officeDocument/2006/relationships/tags" Target="../tags/tag218.xml"/><Relationship Id="rId147" Type="http://schemas.openxmlformats.org/officeDocument/2006/relationships/tags" Target="../tags/tag239.xml"/><Relationship Id="rId168" Type="http://schemas.openxmlformats.org/officeDocument/2006/relationships/tags" Target="../tags/tag2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OTLSHAPE_T_4d112a844f1944798e4abc232fdefa2f_HorizontalConnector1"/>
          <p:cNvCxnSpPr/>
          <p:nvPr>
            <p:custDataLst>
              <p:tags r:id="rId2"/>
            </p:custDataLst>
          </p:nvPr>
        </p:nvCxnSpPr>
        <p:spPr>
          <a:xfrm>
            <a:off x="1151086" y="5732611"/>
            <a:ext cx="8013273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T_73178632622d4758b32460d4bb34d877_HorizontalConnector1"/>
          <p:cNvCxnSpPr/>
          <p:nvPr>
            <p:custDataLst>
              <p:tags r:id="rId3"/>
            </p:custDataLst>
          </p:nvPr>
        </p:nvCxnSpPr>
        <p:spPr>
          <a:xfrm>
            <a:off x="1250357" y="5402411"/>
            <a:ext cx="767048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TLSHAPE_T_957924ef4b7e43b29bb456ed20f99046_HorizontalConnector1"/>
          <p:cNvCxnSpPr/>
          <p:nvPr>
            <p:custDataLst>
              <p:tags r:id="rId4"/>
            </p:custDataLst>
          </p:nvPr>
        </p:nvCxnSpPr>
        <p:spPr>
          <a:xfrm>
            <a:off x="906822" y="5072211"/>
            <a:ext cx="7332159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TLSHAPE_T_5e82797f02d043348bbdafb4ba66cc12_HorizontalConnector1"/>
          <p:cNvCxnSpPr/>
          <p:nvPr>
            <p:custDataLst>
              <p:tags r:id="rId5"/>
            </p:custDataLst>
          </p:nvPr>
        </p:nvCxnSpPr>
        <p:spPr>
          <a:xfrm>
            <a:off x="1152102" y="4742011"/>
            <a:ext cx="2654806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OTLSHAPE_T_29f742a6d9b54198a5b4e5307a7c3bfa_HorizontalConnector1"/>
          <p:cNvCxnSpPr/>
          <p:nvPr>
            <p:custDataLst>
              <p:tags r:id="rId6"/>
            </p:custDataLst>
          </p:nvPr>
        </p:nvCxnSpPr>
        <p:spPr>
          <a:xfrm>
            <a:off x="1243626" y="4411811"/>
            <a:ext cx="4024404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OTLSHAPE_T_c265b5efcce442278facfb72e7ef8011_HorizontalConnector1"/>
          <p:cNvCxnSpPr/>
          <p:nvPr>
            <p:custDataLst>
              <p:tags r:id="rId7"/>
            </p:custDataLst>
          </p:nvPr>
        </p:nvCxnSpPr>
        <p:spPr>
          <a:xfrm>
            <a:off x="1257300" y="4081611"/>
            <a:ext cx="4010730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OTLSHAPE_T_aeaa87148e3a40d0a1d21d655789a59e_HorizontalConnector1"/>
          <p:cNvCxnSpPr/>
          <p:nvPr>
            <p:custDataLst>
              <p:tags r:id="rId8"/>
            </p:custDataLst>
          </p:nvPr>
        </p:nvCxnSpPr>
        <p:spPr>
          <a:xfrm>
            <a:off x="1262169" y="3751411"/>
            <a:ext cx="1716769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_cee8e53c5cdc4b3bafcdb40cbe5696ed_HorizontalConnector1"/>
          <p:cNvCxnSpPr/>
          <p:nvPr>
            <p:custDataLst>
              <p:tags r:id="rId9"/>
            </p:custDataLst>
          </p:nvPr>
        </p:nvCxnSpPr>
        <p:spPr>
          <a:xfrm>
            <a:off x="630047" y="3421211"/>
            <a:ext cx="303318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TLSHAPE_TB_00000000000000000000000000000000_LeftEndCaps"/>
          <p:cNvSpPr txBox="1"/>
          <p:nvPr>
            <p:custDataLst>
              <p:tags r:id="rId10"/>
            </p:custDataLst>
          </p:nvPr>
        </p:nvSpPr>
        <p:spPr>
          <a:xfrm>
            <a:off x="317500" y="2519849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38">
                <a:solidFill>
                  <a:schemeClr val="accent2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3" name="OTLSHAPE_TB_00000000000000000000000000000000_RightEndCaps"/>
          <p:cNvSpPr txBox="1"/>
          <p:nvPr>
            <p:custDataLst>
              <p:tags r:id="rId11"/>
            </p:custDataLst>
          </p:nvPr>
        </p:nvSpPr>
        <p:spPr>
          <a:xfrm>
            <a:off x="11411034" y="2519849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38">
                <a:solidFill>
                  <a:schemeClr val="accent2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4" name="OTLSHAPE_TB_00000000000000000000000000000000_ScaleContainer"/>
          <p:cNvSpPr/>
          <p:nvPr>
            <p:custDataLst>
              <p:tags r:id="rId12"/>
            </p:custDataLst>
          </p:nvPr>
        </p:nvSpPr>
        <p:spPr>
          <a:xfrm>
            <a:off x="933365" y="2468880"/>
            <a:ext cx="10337800" cy="381000"/>
          </a:xfrm>
          <a:prstGeom prst="rect">
            <a:avLst/>
          </a:prstGeom>
          <a:gradFill flip="none" rotWithShape="1">
            <a:gsLst>
              <a:gs pos="0">
                <a:srgbClr val="1F497D"/>
              </a:gs>
              <a:gs pos="0">
                <a:srgbClr val="1F497D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TLSHAPE_TB_00000000000000000000000000000000_ElapsedTime"/>
          <p:cNvSpPr/>
          <p:nvPr>
            <p:custDataLst>
              <p:tags r:id="rId13"/>
            </p:custDataLst>
          </p:nvPr>
        </p:nvSpPr>
        <p:spPr>
          <a:xfrm>
            <a:off x="933365" y="2773680"/>
            <a:ext cx="5650166" cy="45719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0"/>
            </a:lightRig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/>
          <p:cNvSpPr/>
          <p:nvPr>
            <p:custDataLst>
              <p:tags r:id="rId14"/>
            </p:custDataLst>
          </p:nvPr>
        </p:nvSpPr>
        <p:spPr>
          <a:xfrm>
            <a:off x="6663557" y="2882899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>
              <a:scrgbClr r="0" g="0" b="0">
                <a:alpha val="5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/>
          <p:cNvSpPr txBox="1"/>
          <p:nvPr>
            <p:custDataLst>
              <p:tags r:id="rId15"/>
            </p:custDataLst>
          </p:nvPr>
        </p:nvSpPr>
        <p:spPr>
          <a:xfrm>
            <a:off x="4175488" y="2976880"/>
            <a:ext cx="273793" cy="13953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900" spc="-18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/>
          <p:cNvSpPr txBox="1"/>
          <p:nvPr>
            <p:custDataLst>
              <p:tags r:id="rId16"/>
            </p:custDataLst>
          </p:nvPr>
        </p:nvSpPr>
        <p:spPr>
          <a:xfrm>
            <a:off x="996865" y="2566353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cxnSp>
        <p:nvCxnSpPr>
          <p:cNvPr id="9" name="OTLSHAPE_TB_00000000000000000000000000000000_Separator1"/>
          <p:cNvCxnSpPr/>
          <p:nvPr>
            <p:custDataLst>
              <p:tags r:id="rId17"/>
            </p:custDataLst>
          </p:nvPr>
        </p:nvCxnSpPr>
        <p:spPr>
          <a:xfrm>
            <a:off x="2297080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TLSHAPE_TB_00000000000000000000000000000000_TimescaleInterval2"/>
          <p:cNvSpPr txBox="1"/>
          <p:nvPr>
            <p:custDataLst>
              <p:tags r:id="rId18"/>
            </p:custDataLst>
          </p:nvPr>
        </p:nvSpPr>
        <p:spPr>
          <a:xfrm>
            <a:off x="2360580" y="2566353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cxnSp>
        <p:nvCxnSpPr>
          <p:cNvPr id="11" name="OTLSHAPE_TB_00000000000000000000000000000000_Separator2"/>
          <p:cNvCxnSpPr/>
          <p:nvPr>
            <p:custDataLst>
              <p:tags r:id="rId19"/>
            </p:custDataLst>
          </p:nvPr>
        </p:nvCxnSpPr>
        <p:spPr>
          <a:xfrm>
            <a:off x="3806907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TLSHAPE_TB_00000000000000000000000000000000_TimescaleInterval3"/>
          <p:cNvSpPr txBox="1"/>
          <p:nvPr>
            <p:custDataLst>
              <p:tags r:id="rId20"/>
            </p:custDataLst>
          </p:nvPr>
        </p:nvSpPr>
        <p:spPr>
          <a:xfrm>
            <a:off x="3870408" y="2566353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cxnSp>
        <p:nvCxnSpPr>
          <p:cNvPr id="13" name="OTLSHAPE_TB_00000000000000000000000000000000_Separator3"/>
          <p:cNvCxnSpPr/>
          <p:nvPr>
            <p:custDataLst>
              <p:tags r:id="rId21"/>
            </p:custDataLst>
          </p:nvPr>
        </p:nvCxnSpPr>
        <p:spPr>
          <a:xfrm>
            <a:off x="5268030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TLSHAPE_TB_00000000000000000000000000000000_TimescaleInterval4"/>
          <p:cNvSpPr txBox="1"/>
          <p:nvPr>
            <p:custDataLst>
              <p:tags r:id="rId22"/>
            </p:custDataLst>
          </p:nvPr>
        </p:nvSpPr>
        <p:spPr>
          <a:xfrm>
            <a:off x="5331530" y="2566353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cxnSp>
        <p:nvCxnSpPr>
          <p:cNvPr id="15" name="OTLSHAPE_TB_00000000000000000000000000000000_Separator4"/>
          <p:cNvCxnSpPr/>
          <p:nvPr>
            <p:custDataLst>
              <p:tags r:id="rId23"/>
            </p:custDataLst>
          </p:nvPr>
        </p:nvCxnSpPr>
        <p:spPr>
          <a:xfrm>
            <a:off x="6777857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TLSHAPE_TB_00000000000000000000000000000000_TimescaleInterval5"/>
          <p:cNvSpPr txBox="1"/>
          <p:nvPr>
            <p:custDataLst>
              <p:tags r:id="rId24"/>
            </p:custDataLst>
          </p:nvPr>
        </p:nvSpPr>
        <p:spPr>
          <a:xfrm>
            <a:off x="6841358" y="2566353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cxnSp>
        <p:nvCxnSpPr>
          <p:cNvPr id="17" name="OTLSHAPE_TB_00000000000000000000000000000000_Separator5"/>
          <p:cNvCxnSpPr/>
          <p:nvPr>
            <p:custDataLst>
              <p:tags r:id="rId25"/>
            </p:custDataLst>
          </p:nvPr>
        </p:nvCxnSpPr>
        <p:spPr>
          <a:xfrm>
            <a:off x="8238980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TLSHAPE_TB_00000000000000000000000000000000_TimescaleInterval6"/>
          <p:cNvSpPr txBox="1"/>
          <p:nvPr>
            <p:custDataLst>
              <p:tags r:id="rId26"/>
            </p:custDataLst>
          </p:nvPr>
        </p:nvSpPr>
        <p:spPr>
          <a:xfrm>
            <a:off x="8302481" y="2566353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cxnSp>
        <p:nvCxnSpPr>
          <p:cNvPr id="19" name="OTLSHAPE_TB_00000000000000000000000000000000_Separator6"/>
          <p:cNvCxnSpPr/>
          <p:nvPr>
            <p:custDataLst>
              <p:tags r:id="rId27"/>
            </p:custDataLst>
          </p:nvPr>
        </p:nvCxnSpPr>
        <p:spPr>
          <a:xfrm>
            <a:off x="9748807" y="253238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TLSHAPE_TB_00000000000000000000000000000000_TimescaleInterval7"/>
          <p:cNvSpPr txBox="1"/>
          <p:nvPr>
            <p:custDataLst>
              <p:tags r:id="rId28"/>
            </p:custDataLst>
          </p:nvPr>
        </p:nvSpPr>
        <p:spPr>
          <a:xfrm>
            <a:off x="9812308" y="2566353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29" name="OTLSHAPE_T_cee8e53c5cdc4b3bafcdb40cbe5696ed_Shape"/>
          <p:cNvSpPr/>
          <p:nvPr>
            <p:custDataLst>
              <p:tags r:id="rId29"/>
            </p:custDataLst>
          </p:nvPr>
        </p:nvSpPr>
        <p:spPr>
          <a:xfrm>
            <a:off x="2948087" y="3330258"/>
            <a:ext cx="1422400" cy="203200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TLSHAPE_T_cee8e53c5cdc4b3bafcdb40cbe5696ed_ShapePercentage" hidden="1"/>
          <p:cNvSpPr/>
          <p:nvPr>
            <p:custDataLst>
              <p:tags r:id="rId30"/>
            </p:custDataLst>
          </p:nvPr>
        </p:nvSpPr>
        <p:spPr>
          <a:xfrm>
            <a:off x="933365" y="33196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TLSHAPE_T_cee8e53c5cdc4b3bafcdb40cbe5696ed_TextPercentage" hidden="1"/>
          <p:cNvSpPr txBox="1"/>
          <p:nvPr>
            <p:custDataLst>
              <p:tags r:id="rId31"/>
            </p:custDataLst>
          </p:nvPr>
        </p:nvSpPr>
        <p:spPr>
          <a:xfrm>
            <a:off x="0" y="3319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T_cee8e53c5cdc4b3bafcdb40cbe5696ed_StartDate" hidden="1"/>
          <p:cNvSpPr txBox="1"/>
          <p:nvPr>
            <p:custDataLst>
              <p:tags r:id="rId32"/>
            </p:custDataLst>
          </p:nvPr>
        </p:nvSpPr>
        <p:spPr>
          <a:xfrm>
            <a:off x="0" y="3319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T_cee8e53c5cdc4b3bafcdb40cbe5696ed_EndDate" hidden="1"/>
          <p:cNvSpPr txBox="1"/>
          <p:nvPr>
            <p:custDataLst>
              <p:tags r:id="rId33"/>
            </p:custDataLst>
          </p:nvPr>
        </p:nvSpPr>
        <p:spPr>
          <a:xfrm>
            <a:off x="0" y="3319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OTLSHAPE_T_cee8e53c5cdc4b3bafcdb40cbe5696ed_JoinedDate"/>
          <p:cNvSpPr txBox="1"/>
          <p:nvPr>
            <p:custDataLst>
              <p:tags r:id="rId34"/>
            </p:custDataLst>
          </p:nvPr>
        </p:nvSpPr>
        <p:spPr>
          <a:xfrm>
            <a:off x="2396550" y="3343699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Feb 1 - Mar 1</a:t>
            </a:r>
          </a:p>
        </p:txBody>
      </p:sp>
      <p:sp>
        <p:nvSpPr>
          <p:cNvPr id="35" name="OTLSHAPE_T_cee8e53c5cdc4b3bafcdb40cbe5696ed_Duration"/>
          <p:cNvSpPr txBox="1"/>
          <p:nvPr>
            <p:custDataLst>
              <p:tags r:id="rId35"/>
            </p:custDataLst>
          </p:nvPr>
        </p:nvSpPr>
        <p:spPr>
          <a:xfrm>
            <a:off x="1445248" y="33436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21 days</a:t>
            </a:r>
          </a:p>
        </p:txBody>
      </p:sp>
      <p:sp>
        <p:nvSpPr>
          <p:cNvPr id="36" name="OTLSHAPE_T_cee8e53c5cdc4b3bafcdb40cbe5696ed_Title"/>
          <p:cNvSpPr txBox="1"/>
          <p:nvPr>
            <p:custDataLst>
              <p:tags r:id="rId36"/>
            </p:custDataLst>
          </p:nvPr>
        </p:nvSpPr>
        <p:spPr>
          <a:xfrm>
            <a:off x="127000" y="3335951"/>
            <a:ext cx="508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Planning</a:t>
            </a:r>
          </a:p>
        </p:txBody>
      </p:sp>
      <p:sp>
        <p:nvSpPr>
          <p:cNvPr id="37" name="OTLSHAPE_T_aeaa87148e3a40d0a1d21d655789a59e_Shape"/>
          <p:cNvSpPr/>
          <p:nvPr>
            <p:custDataLst>
              <p:tags r:id="rId37"/>
            </p:custDataLst>
          </p:nvPr>
        </p:nvSpPr>
        <p:spPr>
          <a:xfrm>
            <a:off x="2978938" y="3649811"/>
            <a:ext cx="2349500" cy="203200"/>
          </a:xfrm>
          <a:prstGeom prst="rect">
            <a:avLst/>
          </a:prstGeom>
          <a:solidFill>
            <a:srgbClr val="4BAC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TLSHAPE_T_aeaa87148e3a40d0a1d21d655789a59e_ShapePercentage" hidden="1"/>
          <p:cNvSpPr/>
          <p:nvPr>
            <p:custDataLst>
              <p:tags r:id="rId38"/>
            </p:custDataLst>
          </p:nvPr>
        </p:nvSpPr>
        <p:spPr>
          <a:xfrm>
            <a:off x="2978938" y="36498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TLSHAPE_T_aeaa87148e3a40d0a1d21d655789a59e_TextPercentage" hidden="1"/>
          <p:cNvSpPr txBox="1"/>
          <p:nvPr>
            <p:custDataLst>
              <p:tags r:id="rId39"/>
            </p:custDataLst>
          </p:nvPr>
        </p:nvSpPr>
        <p:spPr>
          <a:xfrm>
            <a:off x="0" y="3649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T_aeaa87148e3a40d0a1d21d655789a59e_StartDate" hidden="1"/>
          <p:cNvSpPr txBox="1"/>
          <p:nvPr>
            <p:custDataLst>
              <p:tags r:id="rId40"/>
            </p:custDataLst>
          </p:nvPr>
        </p:nvSpPr>
        <p:spPr>
          <a:xfrm>
            <a:off x="0" y="3649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TLSHAPE_T_aeaa87148e3a40d0a1d21d655789a59e_EndDate" hidden="1"/>
          <p:cNvSpPr txBox="1"/>
          <p:nvPr>
            <p:custDataLst>
              <p:tags r:id="rId41"/>
            </p:custDataLst>
          </p:nvPr>
        </p:nvSpPr>
        <p:spPr>
          <a:xfrm>
            <a:off x="0" y="3649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T_aeaa87148e3a40d0a1d21d655789a59e_JoinedDate"/>
          <p:cNvSpPr txBox="1"/>
          <p:nvPr>
            <p:custDataLst>
              <p:tags r:id="rId42"/>
            </p:custDataLst>
          </p:nvPr>
        </p:nvSpPr>
        <p:spPr>
          <a:xfrm>
            <a:off x="5367501" y="3673899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Mar 15 - May 1</a:t>
            </a:r>
          </a:p>
        </p:txBody>
      </p:sp>
      <p:sp>
        <p:nvSpPr>
          <p:cNvPr id="43" name="OTLSHAPE_T_aeaa87148e3a40d0a1d21d655789a59e_Duration"/>
          <p:cNvSpPr txBox="1"/>
          <p:nvPr>
            <p:custDataLst>
              <p:tags r:id="rId43"/>
            </p:custDataLst>
          </p:nvPr>
        </p:nvSpPr>
        <p:spPr>
          <a:xfrm>
            <a:off x="3953509" y="36738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34 days</a:t>
            </a:r>
          </a:p>
        </p:txBody>
      </p:sp>
      <p:sp>
        <p:nvSpPr>
          <p:cNvPr id="44" name="OTLSHAPE_T_aeaa87148e3a40d0a1d21d655789a59e_Title"/>
          <p:cNvSpPr txBox="1"/>
          <p:nvPr>
            <p:custDataLst>
              <p:tags r:id="rId44"/>
            </p:custDataLst>
          </p:nvPr>
        </p:nvSpPr>
        <p:spPr>
          <a:xfrm>
            <a:off x="127000" y="3666151"/>
            <a:ext cx="1143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10">
                <a:solidFill>
                  <a:schemeClr val="dk1"/>
                </a:solidFill>
                <a:latin typeface="Calibri" panose="020F0502020204030204" pitchFamily="34" charset="0"/>
              </a:rPr>
              <a:t>Tech Health Servers</a:t>
            </a:r>
          </a:p>
        </p:txBody>
      </p:sp>
      <p:sp>
        <p:nvSpPr>
          <p:cNvPr id="45" name="OTLSHAPE_T_c265b5efcce442278facfb72e7ef8011_Shape"/>
          <p:cNvSpPr/>
          <p:nvPr>
            <p:custDataLst>
              <p:tags r:id="rId45"/>
            </p:custDataLst>
          </p:nvPr>
        </p:nvSpPr>
        <p:spPr>
          <a:xfrm>
            <a:off x="5268030" y="3980011"/>
            <a:ext cx="3022600" cy="203200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TLSHAPE_T_c265b5efcce442278facfb72e7ef8011_ShapePercentage" hidden="1"/>
          <p:cNvSpPr/>
          <p:nvPr>
            <p:custDataLst>
              <p:tags r:id="rId46"/>
            </p:custDataLst>
          </p:nvPr>
        </p:nvSpPr>
        <p:spPr>
          <a:xfrm>
            <a:off x="5268030" y="39800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TLSHAPE_T_c265b5efcce442278facfb72e7ef8011_TextPercentage" hidden="1"/>
          <p:cNvSpPr txBox="1"/>
          <p:nvPr>
            <p:custDataLst>
              <p:tags r:id="rId47"/>
            </p:custDataLst>
          </p:nvPr>
        </p:nvSpPr>
        <p:spPr>
          <a:xfrm>
            <a:off x="0" y="3980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OTLSHAPE_T_c265b5efcce442278facfb72e7ef8011_StartDate" hidden="1"/>
          <p:cNvSpPr txBox="1"/>
          <p:nvPr>
            <p:custDataLst>
              <p:tags r:id="rId48"/>
            </p:custDataLst>
          </p:nvPr>
        </p:nvSpPr>
        <p:spPr>
          <a:xfrm>
            <a:off x="0" y="3980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OTLSHAPE_T_c265b5efcce442278facfb72e7ef8011_EndDate" hidden="1"/>
          <p:cNvSpPr txBox="1"/>
          <p:nvPr>
            <p:custDataLst>
              <p:tags r:id="rId49"/>
            </p:custDataLst>
          </p:nvPr>
        </p:nvSpPr>
        <p:spPr>
          <a:xfrm>
            <a:off x="0" y="3980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_c265b5efcce442278facfb72e7ef8011_JoinedDate"/>
          <p:cNvSpPr txBox="1"/>
          <p:nvPr>
            <p:custDataLst>
              <p:tags r:id="rId50"/>
            </p:custDataLst>
          </p:nvPr>
        </p:nvSpPr>
        <p:spPr>
          <a:xfrm>
            <a:off x="8338451" y="4004099"/>
            <a:ext cx="647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May 1 - Jul 1</a:t>
            </a:r>
          </a:p>
        </p:txBody>
      </p:sp>
      <p:sp>
        <p:nvSpPr>
          <p:cNvPr id="51" name="OTLSHAPE_T_c265b5efcce442278facfb72e7ef8011_Duration"/>
          <p:cNvSpPr txBox="1"/>
          <p:nvPr>
            <p:custDataLst>
              <p:tags r:id="rId51"/>
            </p:custDataLst>
          </p:nvPr>
        </p:nvSpPr>
        <p:spPr>
          <a:xfrm>
            <a:off x="6583531" y="40040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44 days</a:t>
            </a:r>
          </a:p>
        </p:txBody>
      </p:sp>
      <p:sp>
        <p:nvSpPr>
          <p:cNvPr id="52" name="OTLSHAPE_T_c265b5efcce442278facfb72e7ef8011_Title"/>
          <p:cNvSpPr txBox="1"/>
          <p:nvPr>
            <p:custDataLst>
              <p:tags r:id="rId52"/>
            </p:custDataLst>
          </p:nvPr>
        </p:nvSpPr>
        <p:spPr>
          <a:xfrm>
            <a:off x="127000" y="3996351"/>
            <a:ext cx="1130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2">
                <a:solidFill>
                  <a:schemeClr val="dk1"/>
                </a:solidFill>
                <a:latin typeface="Calibri" panose="020F0502020204030204" pitchFamily="34" charset="0"/>
              </a:rPr>
              <a:t>Harbor App Servers</a:t>
            </a:r>
          </a:p>
        </p:txBody>
      </p:sp>
      <p:sp>
        <p:nvSpPr>
          <p:cNvPr id="53" name="OTLSHAPE_T_29f742a6d9b54198a5b4e5307a7c3bfa_Shape"/>
          <p:cNvSpPr/>
          <p:nvPr>
            <p:custDataLst>
              <p:tags r:id="rId53"/>
            </p:custDataLst>
          </p:nvPr>
        </p:nvSpPr>
        <p:spPr>
          <a:xfrm>
            <a:off x="5268030" y="4310211"/>
            <a:ext cx="3708400" cy="2032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TLSHAPE_T_29f742a6d9b54198a5b4e5307a7c3bfa_ShapePercentage" hidden="1"/>
          <p:cNvSpPr/>
          <p:nvPr>
            <p:custDataLst>
              <p:tags r:id="rId54"/>
            </p:custDataLst>
          </p:nvPr>
        </p:nvSpPr>
        <p:spPr>
          <a:xfrm>
            <a:off x="5268030" y="4310211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TLSHAPE_T_29f742a6d9b54198a5b4e5307a7c3bfa_TextPercentage" hidden="1"/>
          <p:cNvSpPr txBox="1"/>
          <p:nvPr>
            <p:custDataLst>
              <p:tags r:id="rId55"/>
            </p:custDataLst>
          </p:nvPr>
        </p:nvSpPr>
        <p:spPr>
          <a:xfrm>
            <a:off x="0" y="43102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OTLSHAPE_T_29f742a6d9b54198a5b4e5307a7c3bfa_StartDate" hidden="1"/>
          <p:cNvSpPr txBox="1"/>
          <p:nvPr>
            <p:custDataLst>
              <p:tags r:id="rId56"/>
            </p:custDataLst>
          </p:nvPr>
        </p:nvSpPr>
        <p:spPr>
          <a:xfrm>
            <a:off x="0" y="43102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OTLSHAPE_T_29f742a6d9b54198a5b4e5307a7c3bfa_EndDate" hidden="1"/>
          <p:cNvSpPr txBox="1"/>
          <p:nvPr>
            <p:custDataLst>
              <p:tags r:id="rId57"/>
            </p:custDataLst>
          </p:nvPr>
        </p:nvSpPr>
        <p:spPr>
          <a:xfrm>
            <a:off x="0" y="43102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OTLSHAPE_T_29f742a6d9b54198a5b4e5307a7c3bfa_JoinedDate"/>
          <p:cNvSpPr txBox="1"/>
          <p:nvPr>
            <p:custDataLst>
              <p:tags r:id="rId58"/>
            </p:custDataLst>
          </p:nvPr>
        </p:nvSpPr>
        <p:spPr>
          <a:xfrm>
            <a:off x="9020308" y="4334299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May 1 - Jul 15</a:t>
            </a:r>
          </a:p>
        </p:txBody>
      </p:sp>
      <p:sp>
        <p:nvSpPr>
          <p:cNvPr id="59" name="OTLSHAPE_T_29f742a6d9b54198a5b4e5307a7c3bfa_Duration"/>
          <p:cNvSpPr txBox="1"/>
          <p:nvPr>
            <p:custDataLst>
              <p:tags r:id="rId59"/>
            </p:custDataLst>
          </p:nvPr>
        </p:nvSpPr>
        <p:spPr>
          <a:xfrm>
            <a:off x="6924460" y="43342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54 days</a:t>
            </a:r>
          </a:p>
        </p:txBody>
      </p:sp>
      <p:sp>
        <p:nvSpPr>
          <p:cNvPr id="60" name="OTLSHAPE_T_29f742a6d9b54198a5b4e5307a7c3bfa_Title"/>
          <p:cNvSpPr txBox="1"/>
          <p:nvPr>
            <p:custDataLst>
              <p:tags r:id="rId60"/>
            </p:custDataLst>
          </p:nvPr>
        </p:nvSpPr>
        <p:spPr>
          <a:xfrm>
            <a:off x="127000" y="4326551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Harbor SQL Servers</a:t>
            </a:r>
          </a:p>
        </p:txBody>
      </p:sp>
      <p:sp>
        <p:nvSpPr>
          <p:cNvPr id="61" name="OTLSHAPE_T_5e82797f02d043348bbdafb4ba66cc12_Shape"/>
          <p:cNvSpPr/>
          <p:nvPr>
            <p:custDataLst>
              <p:tags r:id="rId61"/>
            </p:custDataLst>
          </p:nvPr>
        </p:nvSpPr>
        <p:spPr>
          <a:xfrm>
            <a:off x="3806908" y="4640411"/>
            <a:ext cx="4483100" cy="203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TLSHAPE_T_5e82797f02d043348bbdafb4ba66cc12_ShapePercentage" hidden="1"/>
          <p:cNvSpPr/>
          <p:nvPr>
            <p:custDataLst>
              <p:tags r:id="rId62"/>
            </p:custDataLst>
          </p:nvPr>
        </p:nvSpPr>
        <p:spPr>
          <a:xfrm>
            <a:off x="3806908" y="46404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TLSHAPE_T_5e82797f02d043348bbdafb4ba66cc12_TextPercentage" hidden="1"/>
          <p:cNvSpPr txBox="1"/>
          <p:nvPr>
            <p:custDataLst>
              <p:tags r:id="rId63"/>
            </p:custDataLst>
          </p:nvPr>
        </p:nvSpPr>
        <p:spPr>
          <a:xfrm>
            <a:off x="0" y="464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T_5e82797f02d043348bbdafb4ba66cc12_StartDate" hidden="1"/>
          <p:cNvSpPr txBox="1"/>
          <p:nvPr>
            <p:custDataLst>
              <p:tags r:id="rId64"/>
            </p:custDataLst>
          </p:nvPr>
        </p:nvSpPr>
        <p:spPr>
          <a:xfrm>
            <a:off x="0" y="464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5" name="OTLSHAPE_T_5e82797f02d043348bbdafb4ba66cc12_EndDate" hidden="1"/>
          <p:cNvSpPr txBox="1"/>
          <p:nvPr>
            <p:custDataLst>
              <p:tags r:id="rId65"/>
            </p:custDataLst>
          </p:nvPr>
        </p:nvSpPr>
        <p:spPr>
          <a:xfrm>
            <a:off x="0" y="46404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6" name="OTLSHAPE_T_5e82797f02d043348bbdafb4ba66cc12_JoinedDate"/>
          <p:cNvSpPr txBox="1"/>
          <p:nvPr>
            <p:custDataLst>
              <p:tags r:id="rId66"/>
            </p:custDataLst>
          </p:nvPr>
        </p:nvSpPr>
        <p:spPr>
          <a:xfrm>
            <a:off x="8338451" y="4664499"/>
            <a:ext cx="609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2">
                <a:solidFill>
                  <a:schemeClr val="dk1"/>
                </a:solidFill>
                <a:latin typeface="Calibri" panose="020F0502020204030204" pitchFamily="34" charset="0"/>
              </a:rPr>
              <a:t>Apr 1 - Jul 1</a:t>
            </a:r>
          </a:p>
        </p:txBody>
      </p:sp>
      <p:sp>
        <p:nvSpPr>
          <p:cNvPr id="67" name="OTLSHAPE_T_5e82797f02d043348bbdafb4ba66cc12_Duration"/>
          <p:cNvSpPr txBox="1"/>
          <p:nvPr>
            <p:custDataLst>
              <p:tags r:id="rId67"/>
            </p:custDataLst>
          </p:nvPr>
        </p:nvSpPr>
        <p:spPr>
          <a:xfrm>
            <a:off x="5852969" y="46644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66 days</a:t>
            </a:r>
          </a:p>
        </p:txBody>
      </p:sp>
      <p:sp>
        <p:nvSpPr>
          <p:cNvPr id="68" name="OTLSHAPE_T_5e82797f02d043348bbdafb4ba66cc12_Title"/>
          <p:cNvSpPr txBox="1"/>
          <p:nvPr>
            <p:custDataLst>
              <p:tags r:id="rId68"/>
            </p:custDataLst>
          </p:nvPr>
        </p:nvSpPr>
        <p:spPr>
          <a:xfrm>
            <a:off x="127000" y="4656751"/>
            <a:ext cx="1028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Three File Servers</a:t>
            </a:r>
          </a:p>
        </p:txBody>
      </p:sp>
      <p:sp>
        <p:nvSpPr>
          <p:cNvPr id="69" name="OTLSHAPE_T_957924ef4b7e43b29bb456ed20f99046_Shape"/>
          <p:cNvSpPr/>
          <p:nvPr>
            <p:custDataLst>
              <p:tags r:id="rId69"/>
            </p:custDataLst>
          </p:nvPr>
        </p:nvSpPr>
        <p:spPr>
          <a:xfrm>
            <a:off x="8238981" y="4970611"/>
            <a:ext cx="1562100" cy="203200"/>
          </a:xfrm>
          <a:prstGeom prst="homePlate">
            <a:avLst/>
          </a:prstGeom>
          <a:solidFill>
            <a:srgbClr val="9BBB59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TLSHAPE_T_957924ef4b7e43b29bb456ed20f99046_ShapePercentage" hidden="1"/>
          <p:cNvSpPr/>
          <p:nvPr>
            <p:custDataLst>
              <p:tags r:id="rId70"/>
            </p:custDataLst>
          </p:nvPr>
        </p:nvSpPr>
        <p:spPr>
          <a:xfrm>
            <a:off x="8238981" y="4970611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TLSHAPE_T_957924ef4b7e43b29bb456ed20f99046_TextPercentage" hidden="1"/>
          <p:cNvSpPr txBox="1"/>
          <p:nvPr>
            <p:custDataLst>
              <p:tags r:id="rId71"/>
            </p:custDataLst>
          </p:nvPr>
        </p:nvSpPr>
        <p:spPr>
          <a:xfrm>
            <a:off x="0" y="4970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T_957924ef4b7e43b29bb456ed20f99046_StartDate" hidden="1"/>
          <p:cNvSpPr txBox="1"/>
          <p:nvPr>
            <p:custDataLst>
              <p:tags r:id="rId72"/>
            </p:custDataLst>
          </p:nvPr>
        </p:nvSpPr>
        <p:spPr>
          <a:xfrm>
            <a:off x="0" y="4970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T_957924ef4b7e43b29bb456ed20f99046_EndDate" hidden="1"/>
          <p:cNvSpPr txBox="1"/>
          <p:nvPr>
            <p:custDataLst>
              <p:tags r:id="rId73"/>
            </p:custDataLst>
          </p:nvPr>
        </p:nvSpPr>
        <p:spPr>
          <a:xfrm>
            <a:off x="0" y="49706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OTLSHAPE_T_957924ef4b7e43b29bb456ed20f99046_JoinedDate"/>
          <p:cNvSpPr txBox="1"/>
          <p:nvPr>
            <p:custDataLst>
              <p:tags r:id="rId74"/>
            </p:custDataLst>
          </p:nvPr>
        </p:nvSpPr>
        <p:spPr>
          <a:xfrm>
            <a:off x="9848278" y="4994699"/>
            <a:ext cx="622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2">
                <a:solidFill>
                  <a:schemeClr val="dk1"/>
                </a:solidFill>
                <a:latin typeface="Calibri" panose="020F0502020204030204" pitchFamily="34" charset="0"/>
              </a:rPr>
              <a:t>Jul 1 - Aug 1</a:t>
            </a:r>
          </a:p>
        </p:txBody>
      </p:sp>
      <p:sp>
        <p:nvSpPr>
          <p:cNvPr id="75" name="OTLSHAPE_T_957924ef4b7e43b29bb456ed20f99046_Duration"/>
          <p:cNvSpPr txBox="1"/>
          <p:nvPr>
            <p:custDataLst>
              <p:tags r:id="rId75"/>
            </p:custDataLst>
          </p:nvPr>
        </p:nvSpPr>
        <p:spPr>
          <a:xfrm>
            <a:off x="8823920" y="49946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24 days</a:t>
            </a:r>
          </a:p>
        </p:txBody>
      </p:sp>
      <p:sp>
        <p:nvSpPr>
          <p:cNvPr id="76" name="OTLSHAPE_T_957924ef4b7e43b29bb456ed20f99046_Title"/>
          <p:cNvSpPr txBox="1"/>
          <p:nvPr>
            <p:custDataLst>
              <p:tags r:id="rId76"/>
            </p:custDataLst>
          </p:nvPr>
        </p:nvSpPr>
        <p:spPr>
          <a:xfrm>
            <a:off x="127000" y="4986951"/>
            <a:ext cx="787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Unlock Portal</a:t>
            </a:r>
          </a:p>
        </p:txBody>
      </p:sp>
      <p:sp>
        <p:nvSpPr>
          <p:cNvPr id="77" name="OTLSHAPE_T_73178632622d4758b32460d4bb34d877_Shape"/>
          <p:cNvSpPr/>
          <p:nvPr>
            <p:custDataLst>
              <p:tags r:id="rId77"/>
            </p:custDataLst>
          </p:nvPr>
        </p:nvSpPr>
        <p:spPr>
          <a:xfrm>
            <a:off x="8920838" y="5300811"/>
            <a:ext cx="889000" cy="203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TLSHAPE_T_73178632622d4758b32460d4bb34d877_ShapePercentage" hidden="1"/>
          <p:cNvSpPr/>
          <p:nvPr>
            <p:custDataLst>
              <p:tags r:id="rId78"/>
            </p:custDataLst>
          </p:nvPr>
        </p:nvSpPr>
        <p:spPr>
          <a:xfrm>
            <a:off x="8920838" y="53008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TLSHAPE_T_73178632622d4758b32460d4bb34d877_TextPercentage" hidden="1"/>
          <p:cNvSpPr txBox="1"/>
          <p:nvPr>
            <p:custDataLst>
              <p:tags r:id="rId79"/>
            </p:custDataLst>
          </p:nvPr>
        </p:nvSpPr>
        <p:spPr>
          <a:xfrm>
            <a:off x="0" y="5300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T_73178632622d4758b32460d4bb34d877_StartDate" hidden="1"/>
          <p:cNvSpPr txBox="1"/>
          <p:nvPr>
            <p:custDataLst>
              <p:tags r:id="rId80"/>
            </p:custDataLst>
          </p:nvPr>
        </p:nvSpPr>
        <p:spPr>
          <a:xfrm>
            <a:off x="0" y="5300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T_73178632622d4758b32460d4bb34d877_EndDate" hidden="1"/>
          <p:cNvSpPr txBox="1"/>
          <p:nvPr>
            <p:custDataLst>
              <p:tags r:id="rId81"/>
            </p:custDataLst>
          </p:nvPr>
        </p:nvSpPr>
        <p:spPr>
          <a:xfrm>
            <a:off x="0" y="53008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2" name="OTLSHAPE_T_73178632622d4758b32460d4bb34d877_JoinedDate"/>
          <p:cNvSpPr txBox="1"/>
          <p:nvPr>
            <p:custDataLst>
              <p:tags r:id="rId82"/>
            </p:custDataLst>
          </p:nvPr>
        </p:nvSpPr>
        <p:spPr>
          <a:xfrm>
            <a:off x="9848278" y="5324899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Jul 15 - Aug 1</a:t>
            </a:r>
          </a:p>
        </p:txBody>
      </p:sp>
      <p:sp>
        <p:nvSpPr>
          <p:cNvPr id="83" name="OTLSHAPE_T_73178632622d4758b32460d4bb34d877_Duration"/>
          <p:cNvSpPr txBox="1"/>
          <p:nvPr>
            <p:custDataLst>
              <p:tags r:id="rId83"/>
            </p:custDataLst>
          </p:nvPr>
        </p:nvSpPr>
        <p:spPr>
          <a:xfrm>
            <a:off x="9164848" y="532489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14 days</a:t>
            </a:r>
          </a:p>
        </p:txBody>
      </p:sp>
      <p:sp>
        <p:nvSpPr>
          <p:cNvPr id="84" name="OTLSHAPE_T_73178632622d4758b32460d4bb34d877_Title"/>
          <p:cNvSpPr txBox="1"/>
          <p:nvPr>
            <p:custDataLst>
              <p:tags r:id="rId84"/>
            </p:custDataLst>
          </p:nvPr>
        </p:nvSpPr>
        <p:spPr>
          <a:xfrm>
            <a:off x="127000" y="5317151"/>
            <a:ext cx="1130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Domain Controllers</a:t>
            </a:r>
          </a:p>
        </p:txBody>
      </p:sp>
      <p:sp>
        <p:nvSpPr>
          <p:cNvPr id="85" name="OTLSHAPE_T_4d112a844f1944798e4abc232fdefa2f_Shape"/>
          <p:cNvSpPr/>
          <p:nvPr>
            <p:custDataLst>
              <p:tags r:id="rId85"/>
            </p:custDataLst>
          </p:nvPr>
        </p:nvSpPr>
        <p:spPr>
          <a:xfrm>
            <a:off x="9164358" y="5631011"/>
            <a:ext cx="635000" cy="2032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TLSHAPE_T_4d112a844f1944798e4abc232fdefa2f_ShapePercentage" hidden="1"/>
          <p:cNvSpPr/>
          <p:nvPr>
            <p:custDataLst>
              <p:tags r:id="rId86"/>
            </p:custDataLst>
          </p:nvPr>
        </p:nvSpPr>
        <p:spPr>
          <a:xfrm>
            <a:off x="9164358" y="563101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T_4d112a844f1944798e4abc232fdefa2f_TextPercentage" hidden="1"/>
          <p:cNvSpPr txBox="1"/>
          <p:nvPr>
            <p:custDataLst>
              <p:tags r:id="rId87"/>
            </p:custDataLst>
          </p:nvPr>
        </p:nvSpPr>
        <p:spPr>
          <a:xfrm>
            <a:off x="0" y="5631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OTLSHAPE_T_4d112a844f1944798e4abc232fdefa2f_StartDate" hidden="1"/>
          <p:cNvSpPr txBox="1"/>
          <p:nvPr>
            <p:custDataLst>
              <p:tags r:id="rId88"/>
            </p:custDataLst>
          </p:nvPr>
        </p:nvSpPr>
        <p:spPr>
          <a:xfrm>
            <a:off x="0" y="5631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OTLSHAPE_T_4d112a844f1944798e4abc232fdefa2f_EndDate" hidden="1"/>
          <p:cNvSpPr txBox="1"/>
          <p:nvPr>
            <p:custDataLst>
              <p:tags r:id="rId89"/>
            </p:custDataLst>
          </p:nvPr>
        </p:nvSpPr>
        <p:spPr>
          <a:xfrm>
            <a:off x="0" y="5631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T_4d112a844f1944798e4abc232fdefa2f_JoinedDate"/>
          <p:cNvSpPr txBox="1"/>
          <p:nvPr>
            <p:custDataLst>
              <p:tags r:id="rId90"/>
            </p:custDataLst>
          </p:nvPr>
        </p:nvSpPr>
        <p:spPr>
          <a:xfrm>
            <a:off x="9848278" y="5655099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Jul 20 - Aug 1</a:t>
            </a:r>
          </a:p>
        </p:txBody>
      </p:sp>
      <p:sp>
        <p:nvSpPr>
          <p:cNvPr id="91" name="OTLSHAPE_T_4d112a844f1944798e4abc232fdefa2f_Duration"/>
          <p:cNvSpPr txBox="1"/>
          <p:nvPr>
            <p:custDataLst>
              <p:tags r:id="rId91"/>
            </p:custDataLst>
          </p:nvPr>
        </p:nvSpPr>
        <p:spPr>
          <a:xfrm>
            <a:off x="9318803" y="565509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9 days</a:t>
            </a:r>
          </a:p>
        </p:txBody>
      </p:sp>
      <p:sp>
        <p:nvSpPr>
          <p:cNvPr id="92" name="OTLSHAPE_T_4d112a844f1944798e4abc232fdefa2f_Title"/>
          <p:cNvSpPr txBox="1"/>
          <p:nvPr>
            <p:custDataLst>
              <p:tags r:id="rId92"/>
            </p:custDataLst>
          </p:nvPr>
        </p:nvSpPr>
        <p:spPr>
          <a:xfrm>
            <a:off x="127000" y="5647351"/>
            <a:ext cx="1028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Decommissioning</a:t>
            </a:r>
          </a:p>
        </p:txBody>
      </p:sp>
      <p:sp>
        <p:nvSpPr>
          <p:cNvPr id="93" name="Title 1"/>
          <p:cNvSpPr txBox="1">
            <a:spLocks/>
          </p:cNvSpPr>
          <p:nvPr/>
        </p:nvSpPr>
        <p:spPr>
          <a:xfrm>
            <a:off x="2901618" y="943501"/>
            <a:ext cx="9144000" cy="101123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Abra</a:t>
            </a:r>
            <a:r>
              <a:rPr lang="en-US" dirty="0"/>
              <a:t> process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5845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OTLSHAPE_T_2dd4b4f3229d4e3baf15b85a918d91ec_HorizontalConnector1"/>
          <p:cNvCxnSpPr/>
          <p:nvPr>
            <p:custDataLst>
              <p:tags r:id="rId2"/>
            </p:custDataLst>
          </p:nvPr>
        </p:nvCxnSpPr>
        <p:spPr>
          <a:xfrm>
            <a:off x="1824355" y="6769626"/>
            <a:ext cx="8645805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OTLSHAPE_T_8e888c57777947849c16940a8994438e_HorizontalConnector1"/>
          <p:cNvCxnSpPr/>
          <p:nvPr>
            <p:custDataLst>
              <p:tags r:id="rId3"/>
            </p:custDataLst>
          </p:nvPr>
        </p:nvCxnSpPr>
        <p:spPr>
          <a:xfrm>
            <a:off x="1240536" y="6561007"/>
            <a:ext cx="8715332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OTLSHAPE_T_893d5101b242452aa3da965db19e167a_HorizontalConnector1"/>
          <p:cNvCxnSpPr/>
          <p:nvPr>
            <p:custDataLst>
              <p:tags r:id="rId4"/>
            </p:custDataLst>
          </p:nvPr>
        </p:nvCxnSpPr>
        <p:spPr>
          <a:xfrm>
            <a:off x="1615186" y="6352389"/>
            <a:ext cx="8340682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OTLSHAPE_T_327a2ee3810241c0a17b7056ae75f8cf_HorizontalConnector1"/>
          <p:cNvCxnSpPr/>
          <p:nvPr>
            <p:custDataLst>
              <p:tags r:id="rId5"/>
            </p:custDataLst>
          </p:nvPr>
        </p:nvCxnSpPr>
        <p:spPr>
          <a:xfrm>
            <a:off x="1090718" y="6143770"/>
            <a:ext cx="8865150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OTLSHAPE_T_33779b0bf9da4f1b8eb1a464d131ff7e_HorizontalConnector1"/>
          <p:cNvCxnSpPr/>
          <p:nvPr>
            <p:custDataLst>
              <p:tags r:id="rId6"/>
            </p:custDataLst>
          </p:nvPr>
        </p:nvCxnSpPr>
        <p:spPr>
          <a:xfrm>
            <a:off x="1393656" y="5935151"/>
            <a:ext cx="826184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T_3ed19c05ad0a42d7a959a915846af40f_HorizontalConnector1"/>
          <p:cNvCxnSpPr/>
          <p:nvPr>
            <p:custDataLst>
              <p:tags r:id="rId7"/>
            </p:custDataLst>
          </p:nvPr>
        </p:nvCxnSpPr>
        <p:spPr>
          <a:xfrm>
            <a:off x="970703" y="5726533"/>
            <a:ext cx="8647247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T_7ffc92b66a3440ca9e611a8c02ae5bd8_HorizontalConnector1"/>
          <p:cNvCxnSpPr/>
          <p:nvPr>
            <p:custDataLst>
              <p:tags r:id="rId8"/>
            </p:custDataLst>
          </p:nvPr>
        </p:nvCxnSpPr>
        <p:spPr>
          <a:xfrm>
            <a:off x="1249130" y="5517914"/>
            <a:ext cx="6555233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OTLSHAPE_T_aa09cc59cbdf4b7f8a39d6fa98aca233_HorizontalConnector1"/>
          <p:cNvCxnSpPr/>
          <p:nvPr>
            <p:custDataLst>
              <p:tags r:id="rId9"/>
            </p:custDataLst>
          </p:nvPr>
        </p:nvCxnSpPr>
        <p:spPr>
          <a:xfrm>
            <a:off x="1616202" y="5309295"/>
            <a:ext cx="735210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OTLSHAPE_T_1f37e0057b644fc094abc532babeb4ca_HorizontalConnector1"/>
          <p:cNvCxnSpPr/>
          <p:nvPr>
            <p:custDataLst>
              <p:tags r:id="rId10"/>
            </p:custDataLst>
          </p:nvPr>
        </p:nvCxnSpPr>
        <p:spPr>
          <a:xfrm>
            <a:off x="1198795" y="5100677"/>
            <a:ext cx="7882147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OTLSHAPE_T_8ed2ef9fce3c482e8a640d38ed9e7d30_HorizontalConnector1"/>
          <p:cNvCxnSpPr/>
          <p:nvPr>
            <p:custDataLst>
              <p:tags r:id="rId11"/>
            </p:custDataLst>
          </p:nvPr>
        </p:nvCxnSpPr>
        <p:spPr>
          <a:xfrm>
            <a:off x="2169245" y="4892058"/>
            <a:ext cx="5034375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OTLSHAPE_T_b8f8c8c4d4984178b27992a575b3b759_HorizontalConnector1"/>
          <p:cNvCxnSpPr/>
          <p:nvPr>
            <p:custDataLst>
              <p:tags r:id="rId12"/>
            </p:custDataLst>
          </p:nvPr>
        </p:nvCxnSpPr>
        <p:spPr>
          <a:xfrm>
            <a:off x="1541187" y="4683439"/>
            <a:ext cx="6788826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OTLSHAPE_T_34a64cee7c0f49ebb560f791e60e1b36_HorizontalConnector1"/>
          <p:cNvCxnSpPr/>
          <p:nvPr>
            <p:custDataLst>
              <p:tags r:id="rId13"/>
            </p:custDataLst>
          </p:nvPr>
        </p:nvCxnSpPr>
        <p:spPr>
          <a:xfrm>
            <a:off x="1847935" y="4474821"/>
            <a:ext cx="5956428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OTLSHAPE_T_1f9b8ed16f1c42d39f20f2d98328e32e_HorizontalConnector1"/>
          <p:cNvCxnSpPr/>
          <p:nvPr>
            <p:custDataLst>
              <p:tags r:id="rId14"/>
            </p:custDataLst>
          </p:nvPr>
        </p:nvCxnSpPr>
        <p:spPr>
          <a:xfrm>
            <a:off x="1786467" y="4266202"/>
            <a:ext cx="4891503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OTLSHAPE_T_ac77e47a3187486e8e4a22c86aea99b5_HorizontalConnector1"/>
          <p:cNvCxnSpPr/>
          <p:nvPr>
            <p:custDataLst>
              <p:tags r:id="rId15"/>
            </p:custDataLst>
          </p:nvPr>
        </p:nvCxnSpPr>
        <p:spPr>
          <a:xfrm>
            <a:off x="2054818" y="4057583"/>
            <a:ext cx="3984863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OTLSHAPE_T_8ecc781652274fae93b3db6bc463d2e2_HorizontalConnector1"/>
          <p:cNvCxnSpPr/>
          <p:nvPr>
            <p:custDataLst>
              <p:tags r:id="rId16"/>
            </p:custDataLst>
          </p:nvPr>
        </p:nvCxnSpPr>
        <p:spPr>
          <a:xfrm>
            <a:off x="1400387" y="3848965"/>
            <a:ext cx="4639294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OTLSHAPE_T_4b3b1743cad44b13ac40edee03ffefdb_HorizontalConnector1"/>
          <p:cNvCxnSpPr/>
          <p:nvPr>
            <p:custDataLst>
              <p:tags r:id="rId17"/>
            </p:custDataLst>
          </p:nvPr>
        </p:nvCxnSpPr>
        <p:spPr>
          <a:xfrm>
            <a:off x="1852845" y="3640346"/>
            <a:ext cx="2497246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OTLSHAPE_T_0250c0cd302444b4b917725774a4dfb6_HorizontalConnector1"/>
          <p:cNvCxnSpPr/>
          <p:nvPr>
            <p:custDataLst>
              <p:tags r:id="rId18"/>
            </p:custDataLst>
          </p:nvPr>
        </p:nvCxnSpPr>
        <p:spPr>
          <a:xfrm>
            <a:off x="1869694" y="3431727"/>
            <a:ext cx="4808276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T_d7c347105f604e889bb0a86ba6464a48_HorizontalConnector1"/>
          <p:cNvCxnSpPr/>
          <p:nvPr>
            <p:custDataLst>
              <p:tags r:id="rId19"/>
            </p:custDataLst>
          </p:nvPr>
        </p:nvCxnSpPr>
        <p:spPr>
          <a:xfrm>
            <a:off x="1151975" y="3223109"/>
            <a:ext cx="3723767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T_162bf4e8766b421e8ba93f4c89d776cc_HorizontalConnector1"/>
          <p:cNvCxnSpPr/>
          <p:nvPr>
            <p:custDataLst>
              <p:tags r:id="rId20"/>
            </p:custDataLst>
          </p:nvPr>
        </p:nvCxnSpPr>
        <p:spPr>
          <a:xfrm>
            <a:off x="1261237" y="3014490"/>
            <a:ext cx="196246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T_3f26e291a79140a0a60b677916a2a59d_HorizontalConnector1"/>
          <p:cNvCxnSpPr/>
          <p:nvPr>
            <p:custDataLst>
              <p:tags r:id="rId21"/>
            </p:custDataLst>
          </p:nvPr>
        </p:nvCxnSpPr>
        <p:spPr>
          <a:xfrm>
            <a:off x="1696720" y="2805871"/>
            <a:ext cx="265337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TLSHAPE_T_20b776968af640a4aedb4e2aecd6ad29_HorizontalConnector1"/>
          <p:cNvCxnSpPr/>
          <p:nvPr>
            <p:custDataLst>
              <p:tags r:id="rId22"/>
            </p:custDataLst>
          </p:nvPr>
        </p:nvCxnSpPr>
        <p:spPr>
          <a:xfrm>
            <a:off x="1718183" y="2597253"/>
            <a:ext cx="1505515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TLSHAPE_T_d3a98915603c4599a4c90f529c6c2d60_HorizontalConnector1"/>
          <p:cNvCxnSpPr/>
          <p:nvPr>
            <p:custDataLst>
              <p:tags r:id="rId23"/>
            </p:custDataLst>
          </p:nvPr>
        </p:nvCxnSpPr>
        <p:spPr>
          <a:xfrm>
            <a:off x="630047" y="2388634"/>
            <a:ext cx="828968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TLSHAPE_TB_00000000000000000000000000000000_LeftEndCaps"/>
          <p:cNvSpPr txBox="1"/>
          <p:nvPr>
            <p:custDataLst>
              <p:tags r:id="rId24"/>
            </p:custDataLst>
          </p:nvPr>
        </p:nvSpPr>
        <p:spPr>
          <a:xfrm>
            <a:off x="317500" y="1503613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38">
                <a:solidFill>
                  <a:schemeClr val="accent2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3" name="OTLSHAPE_TB_00000000000000000000000000000000_RightEndCaps"/>
          <p:cNvSpPr txBox="1"/>
          <p:nvPr>
            <p:custDataLst>
              <p:tags r:id="rId25"/>
            </p:custDataLst>
          </p:nvPr>
        </p:nvSpPr>
        <p:spPr>
          <a:xfrm>
            <a:off x="11411034" y="1503613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pc="-38">
                <a:solidFill>
                  <a:schemeClr val="accent2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4" name="OTLSHAPE_TB_00000000000000000000000000000000_ScaleContainer"/>
          <p:cNvSpPr/>
          <p:nvPr>
            <p:custDataLst>
              <p:tags r:id="rId26"/>
            </p:custDataLst>
          </p:nvPr>
        </p:nvSpPr>
        <p:spPr>
          <a:xfrm>
            <a:off x="933365" y="1452644"/>
            <a:ext cx="10337800" cy="381000"/>
          </a:xfrm>
          <a:prstGeom prst="rect">
            <a:avLst/>
          </a:prstGeom>
          <a:gradFill flip="none" rotWithShape="1">
            <a:gsLst>
              <a:gs pos="0">
                <a:srgbClr val="1F497D"/>
              </a:gs>
              <a:gs pos="0">
                <a:srgbClr val="1F497D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/>
          <p:cNvSpPr/>
          <p:nvPr>
            <p:custDataLst>
              <p:tags r:id="rId27"/>
            </p:custDataLst>
          </p:nvPr>
        </p:nvSpPr>
        <p:spPr>
          <a:xfrm>
            <a:off x="933365" y="1757444"/>
            <a:ext cx="406400" cy="76200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>
              <a:rot lat="0" lon="0" rev="0"/>
            </a:lightRig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/>
          <p:cNvSpPr/>
          <p:nvPr>
            <p:custDataLst>
              <p:tags r:id="rId28"/>
            </p:custDataLst>
          </p:nvPr>
        </p:nvSpPr>
        <p:spPr>
          <a:xfrm>
            <a:off x="1272765" y="1833644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>
            <a:outerShdw>
              <a:scrgbClr r="0" g="0" b="0">
                <a:alpha val="5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/>
          <p:cNvSpPr txBox="1"/>
          <p:nvPr>
            <p:custDataLst>
              <p:tags r:id="rId29"/>
            </p:custDataLst>
          </p:nvPr>
        </p:nvSpPr>
        <p:spPr>
          <a:xfrm>
            <a:off x="1192065" y="1960644"/>
            <a:ext cx="273793" cy="13953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900" spc="-18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/>
          <p:cNvSpPr txBox="1"/>
          <p:nvPr>
            <p:custDataLst>
              <p:tags r:id="rId30"/>
            </p:custDataLst>
          </p:nvPr>
        </p:nvSpPr>
        <p:spPr>
          <a:xfrm>
            <a:off x="996865" y="1550116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cxnSp>
        <p:nvCxnSpPr>
          <p:cNvPr id="9" name="OTLSHAPE_TB_00000000000000000000000000000000_Separator1"/>
          <p:cNvCxnSpPr/>
          <p:nvPr>
            <p:custDataLst>
              <p:tags r:id="rId31"/>
            </p:custDataLst>
          </p:nvPr>
        </p:nvCxnSpPr>
        <p:spPr>
          <a:xfrm>
            <a:off x="2059758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TLSHAPE_TB_00000000000000000000000000000000_TimescaleInterval2"/>
          <p:cNvSpPr txBox="1"/>
          <p:nvPr>
            <p:custDataLst>
              <p:tags r:id="rId32"/>
            </p:custDataLst>
          </p:nvPr>
        </p:nvSpPr>
        <p:spPr>
          <a:xfrm>
            <a:off x="2123258" y="1550116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cxnSp>
        <p:nvCxnSpPr>
          <p:cNvPr id="11" name="OTLSHAPE_TB_00000000000000000000000000000000_Separator2"/>
          <p:cNvCxnSpPr/>
          <p:nvPr>
            <p:custDataLst>
              <p:tags r:id="rId33"/>
            </p:custDataLst>
          </p:nvPr>
        </p:nvCxnSpPr>
        <p:spPr>
          <a:xfrm>
            <a:off x="3223697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TLSHAPE_TB_00000000000000000000000000000000_TimescaleInterval3"/>
          <p:cNvSpPr txBox="1"/>
          <p:nvPr>
            <p:custDataLst>
              <p:tags r:id="rId34"/>
            </p:custDataLst>
          </p:nvPr>
        </p:nvSpPr>
        <p:spPr>
          <a:xfrm>
            <a:off x="3287198" y="1550116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cxnSp>
        <p:nvCxnSpPr>
          <p:cNvPr id="13" name="OTLSHAPE_TB_00000000000000000000000000000000_Separator3"/>
          <p:cNvCxnSpPr/>
          <p:nvPr>
            <p:custDataLst>
              <p:tags r:id="rId35"/>
            </p:custDataLst>
          </p:nvPr>
        </p:nvCxnSpPr>
        <p:spPr>
          <a:xfrm>
            <a:off x="4350091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TLSHAPE_TB_00000000000000000000000000000000_TimescaleInterval4"/>
          <p:cNvSpPr txBox="1"/>
          <p:nvPr>
            <p:custDataLst>
              <p:tags r:id="rId36"/>
            </p:custDataLst>
          </p:nvPr>
        </p:nvSpPr>
        <p:spPr>
          <a:xfrm>
            <a:off x="4413591" y="1550116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cxnSp>
        <p:nvCxnSpPr>
          <p:cNvPr id="15" name="OTLSHAPE_TB_00000000000000000000000000000000_Separator4"/>
          <p:cNvCxnSpPr/>
          <p:nvPr>
            <p:custDataLst>
              <p:tags r:id="rId37"/>
            </p:custDataLst>
          </p:nvPr>
        </p:nvCxnSpPr>
        <p:spPr>
          <a:xfrm>
            <a:off x="5514030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TLSHAPE_TB_00000000000000000000000000000000_TimescaleInterval5"/>
          <p:cNvSpPr txBox="1"/>
          <p:nvPr>
            <p:custDataLst>
              <p:tags r:id="rId38"/>
            </p:custDataLst>
          </p:nvPr>
        </p:nvSpPr>
        <p:spPr>
          <a:xfrm>
            <a:off x="5577530" y="1550116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cxnSp>
        <p:nvCxnSpPr>
          <p:cNvPr id="17" name="OTLSHAPE_TB_00000000000000000000000000000000_Separator5"/>
          <p:cNvCxnSpPr/>
          <p:nvPr>
            <p:custDataLst>
              <p:tags r:id="rId39"/>
            </p:custDataLst>
          </p:nvPr>
        </p:nvCxnSpPr>
        <p:spPr>
          <a:xfrm>
            <a:off x="6677970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TLSHAPE_TB_00000000000000000000000000000000_TimescaleInterval6"/>
          <p:cNvSpPr txBox="1"/>
          <p:nvPr>
            <p:custDataLst>
              <p:tags r:id="rId40"/>
            </p:custDataLst>
          </p:nvPr>
        </p:nvSpPr>
        <p:spPr>
          <a:xfrm>
            <a:off x="6741470" y="1550116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cxnSp>
        <p:nvCxnSpPr>
          <p:cNvPr id="19" name="OTLSHAPE_TB_00000000000000000000000000000000_Separator6"/>
          <p:cNvCxnSpPr/>
          <p:nvPr>
            <p:custDataLst>
              <p:tags r:id="rId41"/>
            </p:custDataLst>
          </p:nvPr>
        </p:nvCxnSpPr>
        <p:spPr>
          <a:xfrm>
            <a:off x="7804362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TLSHAPE_TB_00000000000000000000000000000000_TimescaleInterval7"/>
          <p:cNvSpPr txBox="1"/>
          <p:nvPr>
            <p:custDataLst>
              <p:tags r:id="rId42"/>
            </p:custDataLst>
          </p:nvPr>
        </p:nvSpPr>
        <p:spPr>
          <a:xfrm>
            <a:off x="7867863" y="1550116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cxnSp>
        <p:nvCxnSpPr>
          <p:cNvPr id="21" name="OTLSHAPE_TB_00000000000000000000000000000000_Separator7"/>
          <p:cNvCxnSpPr/>
          <p:nvPr>
            <p:custDataLst>
              <p:tags r:id="rId43"/>
            </p:custDataLst>
          </p:nvPr>
        </p:nvCxnSpPr>
        <p:spPr>
          <a:xfrm>
            <a:off x="8968302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TLSHAPE_TB_00000000000000000000000000000000_TimescaleInterval8"/>
          <p:cNvSpPr txBox="1"/>
          <p:nvPr>
            <p:custDataLst>
              <p:tags r:id="rId44"/>
            </p:custDataLst>
          </p:nvPr>
        </p:nvSpPr>
        <p:spPr>
          <a:xfrm>
            <a:off x="9031802" y="1550116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cxnSp>
        <p:nvCxnSpPr>
          <p:cNvPr id="23" name="OTLSHAPE_TB_00000000000000000000000000000000_Separator8"/>
          <p:cNvCxnSpPr/>
          <p:nvPr>
            <p:custDataLst>
              <p:tags r:id="rId45"/>
            </p:custDataLst>
          </p:nvPr>
        </p:nvCxnSpPr>
        <p:spPr>
          <a:xfrm>
            <a:off x="10094695" y="1516144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TLSHAPE_TB_00000000000000000000000000000000_TimescaleInterval9"/>
          <p:cNvSpPr txBox="1"/>
          <p:nvPr>
            <p:custDataLst>
              <p:tags r:id="rId46"/>
            </p:custDataLst>
          </p:nvPr>
        </p:nvSpPr>
        <p:spPr>
          <a:xfrm>
            <a:off x="10158195" y="1550116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2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47" name="OTLSHAPE_T_d3a98915603c4599a4c90f529c6c2d60_Shape"/>
          <p:cNvSpPr/>
          <p:nvPr>
            <p:custDataLst>
              <p:tags r:id="rId47"/>
            </p:custDataLst>
          </p:nvPr>
        </p:nvSpPr>
        <p:spPr>
          <a:xfrm>
            <a:off x="1459015" y="2311122"/>
            <a:ext cx="647700" cy="155025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TLSHAPE_T_d3a98915603c4599a4c90f529c6c2d60_ShapePercentage" hidden="1"/>
          <p:cNvSpPr/>
          <p:nvPr>
            <p:custDataLst>
              <p:tags r:id="rId48"/>
            </p:custDataLst>
          </p:nvPr>
        </p:nvSpPr>
        <p:spPr>
          <a:xfrm>
            <a:off x="1459015" y="106675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TLSHAPE_T_d3a98915603c4599a4c90f529c6c2d60_TextPercentage" hidden="1"/>
          <p:cNvSpPr txBox="1"/>
          <p:nvPr>
            <p:custDataLst>
              <p:tags r:id="rId49"/>
            </p:custDataLst>
          </p:nvPr>
        </p:nvSpPr>
        <p:spPr>
          <a:xfrm>
            <a:off x="0" y="1059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_d3a98915603c4599a4c90f529c6c2d60_StartDate" hidden="1"/>
          <p:cNvSpPr txBox="1"/>
          <p:nvPr>
            <p:custDataLst>
              <p:tags r:id="rId50"/>
            </p:custDataLst>
          </p:nvPr>
        </p:nvSpPr>
        <p:spPr>
          <a:xfrm>
            <a:off x="0" y="1059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OTLSHAPE_T_d3a98915603c4599a4c90f529c6c2d60_EndDate" hidden="1"/>
          <p:cNvSpPr txBox="1"/>
          <p:nvPr>
            <p:custDataLst>
              <p:tags r:id="rId51"/>
            </p:custDataLst>
          </p:nvPr>
        </p:nvSpPr>
        <p:spPr>
          <a:xfrm>
            <a:off x="0" y="10590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T_d3a98915603c4599a4c90f529c6c2d60_JoinedDate"/>
          <p:cNvSpPr txBox="1"/>
          <p:nvPr>
            <p:custDataLst>
              <p:tags r:id="rId52"/>
            </p:custDataLst>
          </p:nvPr>
        </p:nvSpPr>
        <p:spPr>
          <a:xfrm>
            <a:off x="2148079" y="2311122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Apr 15 - May 1</a:t>
            </a:r>
          </a:p>
        </p:txBody>
      </p:sp>
      <p:sp>
        <p:nvSpPr>
          <p:cNvPr id="53" name="OTLSHAPE_T_d3a98915603c4599a4c90f529c6c2d60_Duration"/>
          <p:cNvSpPr txBox="1"/>
          <p:nvPr>
            <p:custDataLst>
              <p:tags r:id="rId53"/>
            </p:custDataLst>
          </p:nvPr>
        </p:nvSpPr>
        <p:spPr>
          <a:xfrm>
            <a:off x="1583837" y="231112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13 days</a:t>
            </a:r>
          </a:p>
        </p:txBody>
      </p:sp>
      <p:sp>
        <p:nvSpPr>
          <p:cNvPr id="54" name="OTLSHAPE_T_d3a98915603c4599a4c90f529c6c2d60_Title"/>
          <p:cNvSpPr txBox="1"/>
          <p:nvPr>
            <p:custDataLst>
              <p:tags r:id="rId54"/>
            </p:custDataLst>
          </p:nvPr>
        </p:nvSpPr>
        <p:spPr>
          <a:xfrm>
            <a:off x="127000" y="2303375"/>
            <a:ext cx="508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Planning</a:t>
            </a:r>
          </a:p>
        </p:txBody>
      </p:sp>
      <p:sp>
        <p:nvSpPr>
          <p:cNvPr id="55" name="OTLSHAPE_T_20b776968af640a4aedb4e2aecd6ad29_Shape"/>
          <p:cNvSpPr/>
          <p:nvPr>
            <p:custDataLst>
              <p:tags r:id="rId55"/>
            </p:custDataLst>
          </p:nvPr>
        </p:nvSpPr>
        <p:spPr>
          <a:xfrm>
            <a:off x="3223698" y="2519740"/>
            <a:ext cx="571500" cy="155025"/>
          </a:xfrm>
          <a:prstGeom prst="rect">
            <a:avLst/>
          </a:prstGeom>
          <a:solidFill>
            <a:srgbClr val="4BAC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TLSHAPE_T_20b776968af640a4aedb4e2aecd6ad29_ShapePercentage" hidden="1"/>
          <p:cNvSpPr/>
          <p:nvPr>
            <p:custDataLst>
              <p:tags r:id="rId56"/>
            </p:custDataLst>
          </p:nvPr>
        </p:nvSpPr>
        <p:spPr>
          <a:xfrm>
            <a:off x="3223698" y="127537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TLSHAPE_T_20b776968af640a4aedb4e2aecd6ad29_TextPercentage" hidden="1"/>
          <p:cNvSpPr txBox="1"/>
          <p:nvPr>
            <p:custDataLst>
              <p:tags r:id="rId57"/>
            </p:custDataLst>
          </p:nvPr>
        </p:nvSpPr>
        <p:spPr>
          <a:xfrm>
            <a:off x="0" y="126762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8" name="OTLSHAPE_T_20b776968af640a4aedb4e2aecd6ad29_StartDate" hidden="1"/>
          <p:cNvSpPr txBox="1"/>
          <p:nvPr>
            <p:custDataLst>
              <p:tags r:id="rId58"/>
            </p:custDataLst>
          </p:nvPr>
        </p:nvSpPr>
        <p:spPr>
          <a:xfrm>
            <a:off x="0" y="126762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T_20b776968af640a4aedb4e2aecd6ad29_EndDate" hidden="1"/>
          <p:cNvSpPr txBox="1"/>
          <p:nvPr>
            <p:custDataLst>
              <p:tags r:id="rId59"/>
            </p:custDataLst>
          </p:nvPr>
        </p:nvSpPr>
        <p:spPr>
          <a:xfrm>
            <a:off x="0" y="126762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OTLSHAPE_T_20b776968af640a4aedb4e2aecd6ad29_JoinedDate"/>
          <p:cNvSpPr txBox="1"/>
          <p:nvPr>
            <p:custDataLst>
              <p:tags r:id="rId60"/>
            </p:custDataLst>
          </p:nvPr>
        </p:nvSpPr>
        <p:spPr>
          <a:xfrm>
            <a:off x="3837668" y="2519740"/>
            <a:ext cx="698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Jun 1 - Jun 15</a:t>
            </a:r>
          </a:p>
        </p:txBody>
      </p:sp>
      <p:sp>
        <p:nvSpPr>
          <p:cNvPr id="61" name="OTLSHAPE_T_20b776968af640a4aedb4e2aecd6ad29_Duration"/>
          <p:cNvSpPr txBox="1"/>
          <p:nvPr>
            <p:custDataLst>
              <p:tags r:id="rId61"/>
            </p:custDataLst>
          </p:nvPr>
        </p:nvSpPr>
        <p:spPr>
          <a:xfrm>
            <a:off x="3310973" y="251974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62" name="OTLSHAPE_T_20b776968af640a4aedb4e2aecd6ad29_Title"/>
          <p:cNvSpPr txBox="1"/>
          <p:nvPr>
            <p:custDataLst>
              <p:tags r:id="rId62"/>
            </p:custDataLst>
          </p:nvPr>
        </p:nvSpPr>
        <p:spPr>
          <a:xfrm>
            <a:off x="127000" y="2511993"/>
            <a:ext cx="1600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>
                <a:solidFill>
                  <a:schemeClr val="dk1"/>
                </a:solidFill>
                <a:latin typeface="Calibri" panose="020F0502020204030204" pitchFamily="34" charset="0"/>
              </a:rPr>
              <a:t>Build 2019 Test Servers (20)</a:t>
            </a:r>
          </a:p>
        </p:txBody>
      </p:sp>
      <p:sp>
        <p:nvSpPr>
          <p:cNvPr id="63" name="OTLSHAPE_T_3f26e291a79140a0a60b677916a2a59d_Shape"/>
          <p:cNvSpPr/>
          <p:nvPr>
            <p:custDataLst>
              <p:tags r:id="rId63"/>
            </p:custDataLst>
          </p:nvPr>
        </p:nvSpPr>
        <p:spPr>
          <a:xfrm>
            <a:off x="4350091" y="2728359"/>
            <a:ext cx="1206500" cy="155025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TLSHAPE_T_3f26e291a79140a0a60b677916a2a59d_ShapePercentage" hidden="1"/>
          <p:cNvSpPr/>
          <p:nvPr>
            <p:custDataLst>
              <p:tags r:id="rId64"/>
            </p:custDataLst>
          </p:nvPr>
        </p:nvSpPr>
        <p:spPr>
          <a:xfrm>
            <a:off x="4350091" y="1483995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TLSHAPE_T_3f26e291a79140a0a60b677916a2a59d_TextPercentage" hidden="1"/>
          <p:cNvSpPr txBox="1"/>
          <p:nvPr>
            <p:custDataLst>
              <p:tags r:id="rId65"/>
            </p:custDataLst>
          </p:nvPr>
        </p:nvSpPr>
        <p:spPr>
          <a:xfrm>
            <a:off x="0" y="147624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66" name="OTLSHAPE_T_3f26e291a79140a0a60b677916a2a59d_StartDate" hidden="1"/>
          <p:cNvSpPr txBox="1"/>
          <p:nvPr>
            <p:custDataLst>
              <p:tags r:id="rId66"/>
            </p:custDataLst>
          </p:nvPr>
        </p:nvSpPr>
        <p:spPr>
          <a:xfrm>
            <a:off x="0" y="147624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7" name="OTLSHAPE_T_3f26e291a79140a0a60b677916a2a59d_EndDate" hidden="1"/>
          <p:cNvSpPr txBox="1"/>
          <p:nvPr>
            <p:custDataLst>
              <p:tags r:id="rId67"/>
            </p:custDataLst>
          </p:nvPr>
        </p:nvSpPr>
        <p:spPr>
          <a:xfrm>
            <a:off x="0" y="147624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OTLSHAPE_T_3f26e291a79140a0a60b677916a2a59d_JoinedDate"/>
          <p:cNvSpPr txBox="1"/>
          <p:nvPr>
            <p:custDataLst>
              <p:tags r:id="rId68"/>
            </p:custDataLst>
          </p:nvPr>
        </p:nvSpPr>
        <p:spPr>
          <a:xfrm>
            <a:off x="5602351" y="2728359"/>
            <a:ext cx="622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2">
                <a:solidFill>
                  <a:schemeClr val="dk1"/>
                </a:solidFill>
                <a:latin typeface="Calibri" panose="020F0502020204030204" pitchFamily="34" charset="0"/>
              </a:rPr>
              <a:t>Jul 1 - Aug 1</a:t>
            </a:r>
          </a:p>
        </p:txBody>
      </p:sp>
      <p:sp>
        <p:nvSpPr>
          <p:cNvPr id="69" name="OTLSHAPE_T_3f26e291a79140a0a60b677916a2a59d_Duration"/>
          <p:cNvSpPr txBox="1"/>
          <p:nvPr>
            <p:custDataLst>
              <p:tags r:id="rId69"/>
            </p:custDataLst>
          </p:nvPr>
        </p:nvSpPr>
        <p:spPr>
          <a:xfrm>
            <a:off x="4756511" y="272835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24 days</a:t>
            </a:r>
          </a:p>
        </p:txBody>
      </p:sp>
      <p:sp>
        <p:nvSpPr>
          <p:cNvPr id="70" name="OTLSHAPE_T_3f26e291a79140a0a60b677916a2a59d_Title"/>
          <p:cNvSpPr txBox="1"/>
          <p:nvPr>
            <p:custDataLst>
              <p:tags r:id="rId70"/>
            </p:custDataLst>
          </p:nvPr>
        </p:nvSpPr>
        <p:spPr>
          <a:xfrm>
            <a:off x="127000" y="2720612"/>
            <a:ext cx="1574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Upgrade 2008 Prod Servers</a:t>
            </a:r>
          </a:p>
        </p:txBody>
      </p:sp>
      <p:sp>
        <p:nvSpPr>
          <p:cNvPr id="71" name="OTLSHAPE_T_162bf4e8766b421e8ba93f4c89d776cc_Shape"/>
          <p:cNvSpPr/>
          <p:nvPr>
            <p:custDataLst>
              <p:tags r:id="rId71"/>
            </p:custDataLst>
          </p:nvPr>
        </p:nvSpPr>
        <p:spPr>
          <a:xfrm>
            <a:off x="3223698" y="2936978"/>
            <a:ext cx="1168400" cy="155025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TLSHAPE_T_162bf4e8766b421e8ba93f4c89d776cc_ShapePercentage" hidden="1"/>
          <p:cNvSpPr/>
          <p:nvPr>
            <p:custDataLst>
              <p:tags r:id="rId72"/>
            </p:custDataLst>
          </p:nvPr>
        </p:nvSpPr>
        <p:spPr>
          <a:xfrm>
            <a:off x="3223698" y="1692614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TLSHAPE_T_162bf4e8766b421e8ba93f4c89d776cc_TextPercentage" hidden="1"/>
          <p:cNvSpPr txBox="1"/>
          <p:nvPr>
            <p:custDataLst>
              <p:tags r:id="rId73"/>
            </p:custDataLst>
          </p:nvPr>
        </p:nvSpPr>
        <p:spPr>
          <a:xfrm>
            <a:off x="0" y="16848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OTLSHAPE_T_162bf4e8766b421e8ba93f4c89d776cc_StartDate" hidden="1"/>
          <p:cNvSpPr txBox="1"/>
          <p:nvPr>
            <p:custDataLst>
              <p:tags r:id="rId74"/>
            </p:custDataLst>
          </p:nvPr>
        </p:nvSpPr>
        <p:spPr>
          <a:xfrm>
            <a:off x="0" y="16848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OTLSHAPE_T_162bf4e8766b421e8ba93f4c89d776cc_EndDate" hidden="1"/>
          <p:cNvSpPr txBox="1"/>
          <p:nvPr>
            <p:custDataLst>
              <p:tags r:id="rId75"/>
            </p:custDataLst>
          </p:nvPr>
        </p:nvSpPr>
        <p:spPr>
          <a:xfrm>
            <a:off x="0" y="16848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6" name="OTLSHAPE_T_162bf4e8766b421e8ba93f4c89d776cc_JoinedDate"/>
          <p:cNvSpPr txBox="1"/>
          <p:nvPr>
            <p:custDataLst>
              <p:tags r:id="rId76"/>
            </p:custDataLst>
          </p:nvPr>
        </p:nvSpPr>
        <p:spPr>
          <a:xfrm>
            <a:off x="4438411" y="2936978"/>
            <a:ext cx="596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Jun 1 - Jul 1</a:t>
            </a:r>
          </a:p>
        </p:txBody>
      </p:sp>
      <p:sp>
        <p:nvSpPr>
          <p:cNvPr id="77" name="OTLSHAPE_T_162bf4e8766b421e8ba93f4c89d776cc_Duration"/>
          <p:cNvSpPr txBox="1"/>
          <p:nvPr>
            <p:custDataLst>
              <p:tags r:id="rId77"/>
            </p:custDataLst>
          </p:nvPr>
        </p:nvSpPr>
        <p:spPr>
          <a:xfrm>
            <a:off x="3611345" y="2936978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21 days</a:t>
            </a:r>
          </a:p>
        </p:txBody>
      </p:sp>
      <p:sp>
        <p:nvSpPr>
          <p:cNvPr id="78" name="OTLSHAPE_T_162bf4e8766b421e8ba93f4c89d776cc_Title"/>
          <p:cNvSpPr txBox="1"/>
          <p:nvPr>
            <p:custDataLst>
              <p:tags r:id="rId78"/>
            </p:custDataLst>
          </p:nvPr>
        </p:nvSpPr>
        <p:spPr>
          <a:xfrm>
            <a:off x="127000" y="2929231"/>
            <a:ext cx="1143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Upgrade SQL Lower</a:t>
            </a:r>
          </a:p>
        </p:txBody>
      </p:sp>
      <p:sp>
        <p:nvSpPr>
          <p:cNvPr id="79" name="OTLSHAPE_T_d7c347105f604e889bb0a86ba6464a48_Shape"/>
          <p:cNvSpPr/>
          <p:nvPr>
            <p:custDataLst>
              <p:tags r:id="rId79"/>
            </p:custDataLst>
          </p:nvPr>
        </p:nvSpPr>
        <p:spPr>
          <a:xfrm>
            <a:off x="4875741" y="3145596"/>
            <a:ext cx="12065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TLSHAPE_T_d7c347105f604e889bb0a86ba6464a48_ShapePercentage" hidden="1"/>
          <p:cNvSpPr/>
          <p:nvPr>
            <p:custDataLst>
              <p:tags r:id="rId80"/>
            </p:custDataLst>
          </p:nvPr>
        </p:nvSpPr>
        <p:spPr>
          <a:xfrm>
            <a:off x="4875741" y="1901232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TLSHAPE_T_d7c347105f604e889bb0a86ba6464a48_TextPercentage" hidden="1"/>
          <p:cNvSpPr txBox="1"/>
          <p:nvPr>
            <p:custDataLst>
              <p:tags r:id="rId81"/>
            </p:custDataLst>
          </p:nvPr>
        </p:nvSpPr>
        <p:spPr>
          <a:xfrm>
            <a:off x="0" y="189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82" name="OTLSHAPE_T_d7c347105f604e889bb0a86ba6464a48_StartDate" hidden="1"/>
          <p:cNvSpPr txBox="1"/>
          <p:nvPr>
            <p:custDataLst>
              <p:tags r:id="rId82"/>
            </p:custDataLst>
          </p:nvPr>
        </p:nvSpPr>
        <p:spPr>
          <a:xfrm>
            <a:off x="0" y="189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T_d7c347105f604e889bb0a86ba6464a48_EndDate" hidden="1"/>
          <p:cNvSpPr txBox="1"/>
          <p:nvPr>
            <p:custDataLst>
              <p:tags r:id="rId83"/>
            </p:custDataLst>
          </p:nvPr>
        </p:nvSpPr>
        <p:spPr>
          <a:xfrm>
            <a:off x="0" y="189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4" name="OTLSHAPE_T_d7c347105f604e889bb0a86ba6464a48_JoinedDate"/>
          <p:cNvSpPr txBox="1"/>
          <p:nvPr>
            <p:custDataLst>
              <p:tags r:id="rId84"/>
            </p:custDataLst>
          </p:nvPr>
        </p:nvSpPr>
        <p:spPr>
          <a:xfrm>
            <a:off x="6128001" y="3145596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Jul 15 - Aug 15</a:t>
            </a:r>
          </a:p>
        </p:txBody>
      </p:sp>
      <p:sp>
        <p:nvSpPr>
          <p:cNvPr id="85" name="OTLSHAPE_T_d7c347105f604e889bb0a86ba6464a48_Duration"/>
          <p:cNvSpPr txBox="1"/>
          <p:nvPr>
            <p:custDataLst>
              <p:tags r:id="rId85"/>
            </p:custDataLst>
          </p:nvPr>
        </p:nvSpPr>
        <p:spPr>
          <a:xfrm>
            <a:off x="5282161" y="31455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24 days</a:t>
            </a:r>
          </a:p>
        </p:txBody>
      </p:sp>
      <p:sp>
        <p:nvSpPr>
          <p:cNvPr id="86" name="OTLSHAPE_T_d7c347105f604e889bb0a86ba6464a48_Title"/>
          <p:cNvSpPr txBox="1"/>
          <p:nvPr>
            <p:custDataLst>
              <p:tags r:id="rId86"/>
            </p:custDataLst>
          </p:nvPr>
        </p:nvSpPr>
        <p:spPr>
          <a:xfrm>
            <a:off x="126999" y="3138470"/>
            <a:ext cx="1089605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 dirty="0">
                <a:solidFill>
                  <a:schemeClr val="dk1"/>
                </a:solidFill>
                <a:latin typeface="Calibri" panose="020F0502020204030204" pitchFamily="34" charset="0"/>
              </a:rPr>
              <a:t>Upgrade SQL Prod</a:t>
            </a:r>
          </a:p>
        </p:txBody>
      </p:sp>
      <p:sp>
        <p:nvSpPr>
          <p:cNvPr id="87" name="OTLSHAPE_T_0250c0cd302444b4b917725774a4dfb6_Shape"/>
          <p:cNvSpPr/>
          <p:nvPr>
            <p:custDataLst>
              <p:tags r:id="rId87"/>
            </p:custDataLst>
          </p:nvPr>
        </p:nvSpPr>
        <p:spPr>
          <a:xfrm>
            <a:off x="6677970" y="3354215"/>
            <a:ext cx="1168400" cy="155025"/>
          </a:xfrm>
          <a:prstGeom prst="homePlate">
            <a:avLst/>
          </a:prstGeom>
          <a:solidFill>
            <a:srgbClr val="9BBB59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T_0250c0cd302444b4b917725774a4dfb6_ShapePercentage" hidden="1"/>
          <p:cNvSpPr/>
          <p:nvPr>
            <p:custDataLst>
              <p:tags r:id="rId88"/>
            </p:custDataLst>
          </p:nvPr>
        </p:nvSpPr>
        <p:spPr>
          <a:xfrm>
            <a:off x="6677970" y="2109851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TLSHAPE_T_0250c0cd302444b4b917725774a4dfb6_TextPercentage" hidden="1"/>
          <p:cNvSpPr txBox="1"/>
          <p:nvPr>
            <p:custDataLst>
              <p:tags r:id="rId89"/>
            </p:custDataLst>
          </p:nvPr>
        </p:nvSpPr>
        <p:spPr>
          <a:xfrm>
            <a:off x="0" y="21021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T_0250c0cd302444b4b917725774a4dfb6_StartDate" hidden="1"/>
          <p:cNvSpPr txBox="1"/>
          <p:nvPr>
            <p:custDataLst>
              <p:tags r:id="rId90"/>
            </p:custDataLst>
          </p:nvPr>
        </p:nvSpPr>
        <p:spPr>
          <a:xfrm>
            <a:off x="0" y="21021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1" name="OTLSHAPE_T_0250c0cd302444b4b917725774a4dfb6_EndDate" hidden="1"/>
          <p:cNvSpPr txBox="1"/>
          <p:nvPr>
            <p:custDataLst>
              <p:tags r:id="rId91"/>
            </p:custDataLst>
          </p:nvPr>
        </p:nvSpPr>
        <p:spPr>
          <a:xfrm>
            <a:off x="0" y="21021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OTLSHAPE_T_0250c0cd302444b4b917725774a4dfb6_JoinedDate"/>
          <p:cNvSpPr txBox="1"/>
          <p:nvPr>
            <p:custDataLst>
              <p:tags r:id="rId92"/>
            </p:custDataLst>
          </p:nvPr>
        </p:nvSpPr>
        <p:spPr>
          <a:xfrm>
            <a:off x="7892683" y="3354215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Sep 1 - Oct 1</a:t>
            </a:r>
          </a:p>
        </p:txBody>
      </p:sp>
      <p:sp>
        <p:nvSpPr>
          <p:cNvPr id="93" name="OTLSHAPE_T_0250c0cd302444b4b917725774a4dfb6_Duration"/>
          <p:cNvSpPr txBox="1"/>
          <p:nvPr>
            <p:custDataLst>
              <p:tags r:id="rId93"/>
            </p:custDataLst>
          </p:nvPr>
        </p:nvSpPr>
        <p:spPr>
          <a:xfrm>
            <a:off x="7065617" y="3354215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94" name="OTLSHAPE_T_0250c0cd302444b4b917725774a4dfb6_Title"/>
          <p:cNvSpPr txBox="1"/>
          <p:nvPr>
            <p:custDataLst>
              <p:tags r:id="rId94"/>
            </p:custDataLst>
          </p:nvPr>
        </p:nvSpPr>
        <p:spPr>
          <a:xfrm>
            <a:off x="127000" y="3346468"/>
            <a:ext cx="1752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 dirty="0">
                <a:solidFill>
                  <a:schemeClr val="dk1"/>
                </a:solidFill>
                <a:latin typeface="Calibri" panose="020F0502020204030204" pitchFamily="34" charset="0"/>
              </a:rPr>
              <a:t>Build App Servers DC4</a:t>
            </a:r>
          </a:p>
        </p:txBody>
      </p:sp>
      <p:sp>
        <p:nvSpPr>
          <p:cNvPr id="95" name="OTLSHAPE_T_4b3b1743cad44b13ac40edee03ffefdb_Shape"/>
          <p:cNvSpPr/>
          <p:nvPr>
            <p:custDataLst>
              <p:tags r:id="rId95"/>
            </p:custDataLst>
          </p:nvPr>
        </p:nvSpPr>
        <p:spPr>
          <a:xfrm>
            <a:off x="4350091" y="3562834"/>
            <a:ext cx="12065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TLSHAPE_T_4b3b1743cad44b13ac40edee03ffefdb_ShapePercentage" hidden="1"/>
          <p:cNvSpPr/>
          <p:nvPr>
            <p:custDataLst>
              <p:tags r:id="rId96"/>
            </p:custDataLst>
          </p:nvPr>
        </p:nvSpPr>
        <p:spPr>
          <a:xfrm>
            <a:off x="4350091" y="231847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TLSHAPE_T_4b3b1743cad44b13ac40edee03ffefdb_TextPercentage" hidden="1"/>
          <p:cNvSpPr txBox="1"/>
          <p:nvPr>
            <p:custDataLst>
              <p:tags r:id="rId97"/>
            </p:custDataLst>
          </p:nvPr>
        </p:nvSpPr>
        <p:spPr>
          <a:xfrm>
            <a:off x="0" y="23107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T_4b3b1743cad44b13ac40edee03ffefdb_StartDate" hidden="1"/>
          <p:cNvSpPr txBox="1"/>
          <p:nvPr>
            <p:custDataLst>
              <p:tags r:id="rId98"/>
            </p:custDataLst>
          </p:nvPr>
        </p:nvSpPr>
        <p:spPr>
          <a:xfrm>
            <a:off x="0" y="23107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T_4b3b1743cad44b13ac40edee03ffefdb_EndDate" hidden="1"/>
          <p:cNvSpPr txBox="1"/>
          <p:nvPr>
            <p:custDataLst>
              <p:tags r:id="rId99"/>
            </p:custDataLst>
          </p:nvPr>
        </p:nvSpPr>
        <p:spPr>
          <a:xfrm>
            <a:off x="0" y="23107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T_4b3b1743cad44b13ac40edee03ffefdb_JoinedDate"/>
          <p:cNvSpPr txBox="1"/>
          <p:nvPr>
            <p:custDataLst>
              <p:tags r:id="rId100"/>
            </p:custDataLst>
          </p:nvPr>
        </p:nvSpPr>
        <p:spPr>
          <a:xfrm>
            <a:off x="5602351" y="3562834"/>
            <a:ext cx="622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2">
                <a:solidFill>
                  <a:schemeClr val="dk1"/>
                </a:solidFill>
                <a:latin typeface="Calibri" panose="020F0502020204030204" pitchFamily="34" charset="0"/>
              </a:rPr>
              <a:t>Jul 1 - Aug 1</a:t>
            </a:r>
          </a:p>
        </p:txBody>
      </p:sp>
      <p:sp>
        <p:nvSpPr>
          <p:cNvPr id="101" name="OTLSHAPE_T_4b3b1743cad44b13ac40edee03ffefdb_Duration"/>
          <p:cNvSpPr txBox="1"/>
          <p:nvPr>
            <p:custDataLst>
              <p:tags r:id="rId101"/>
            </p:custDataLst>
          </p:nvPr>
        </p:nvSpPr>
        <p:spPr>
          <a:xfrm>
            <a:off x="4756511" y="3562834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24 days</a:t>
            </a:r>
          </a:p>
        </p:txBody>
      </p:sp>
      <p:sp>
        <p:nvSpPr>
          <p:cNvPr id="102" name="OTLSHAPE_T_4b3b1743cad44b13ac40edee03ffefdb_Title"/>
          <p:cNvSpPr txBox="1"/>
          <p:nvPr>
            <p:custDataLst>
              <p:tags r:id="rId102"/>
            </p:custDataLst>
          </p:nvPr>
        </p:nvSpPr>
        <p:spPr>
          <a:xfrm>
            <a:off x="127000" y="3555087"/>
            <a:ext cx="172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Upgrade Align-File to 2016 OS</a:t>
            </a:r>
          </a:p>
        </p:txBody>
      </p:sp>
      <p:sp>
        <p:nvSpPr>
          <p:cNvPr id="103" name="OTLSHAPE_T_8ecc781652274fae93b3db6bc463d2e2_Shape"/>
          <p:cNvSpPr/>
          <p:nvPr>
            <p:custDataLst>
              <p:tags r:id="rId103"/>
            </p:custDataLst>
          </p:nvPr>
        </p:nvSpPr>
        <p:spPr>
          <a:xfrm>
            <a:off x="6039681" y="3771452"/>
            <a:ext cx="6858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TLSHAPE_T_8ecc781652274fae93b3db6bc463d2e2_ShapePercentage" hidden="1"/>
          <p:cNvSpPr/>
          <p:nvPr>
            <p:custDataLst>
              <p:tags r:id="rId104"/>
            </p:custDataLst>
          </p:nvPr>
        </p:nvSpPr>
        <p:spPr>
          <a:xfrm>
            <a:off x="6039681" y="252708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TLSHAPE_T_8ecc781652274fae93b3db6bc463d2e2_TextPercentage" hidden="1"/>
          <p:cNvSpPr txBox="1"/>
          <p:nvPr>
            <p:custDataLst>
              <p:tags r:id="rId105"/>
            </p:custDataLst>
          </p:nvPr>
        </p:nvSpPr>
        <p:spPr>
          <a:xfrm>
            <a:off x="0" y="251934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_8ecc781652274fae93b3db6bc463d2e2_StartDate" hidden="1"/>
          <p:cNvSpPr txBox="1"/>
          <p:nvPr>
            <p:custDataLst>
              <p:tags r:id="rId106"/>
            </p:custDataLst>
          </p:nvPr>
        </p:nvSpPr>
        <p:spPr>
          <a:xfrm>
            <a:off x="0" y="251934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7" name="OTLSHAPE_T_8ecc781652274fae93b3db6bc463d2e2_EndDate" hidden="1"/>
          <p:cNvSpPr txBox="1"/>
          <p:nvPr>
            <p:custDataLst>
              <p:tags r:id="rId107"/>
            </p:custDataLst>
          </p:nvPr>
        </p:nvSpPr>
        <p:spPr>
          <a:xfrm>
            <a:off x="0" y="251934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T_8ecc781652274fae93b3db6bc463d2e2_JoinedDate"/>
          <p:cNvSpPr txBox="1"/>
          <p:nvPr>
            <p:custDataLst>
              <p:tags r:id="rId108"/>
            </p:custDataLst>
          </p:nvPr>
        </p:nvSpPr>
        <p:spPr>
          <a:xfrm>
            <a:off x="6766290" y="3771452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Aug 15 - Sep 1</a:t>
            </a:r>
          </a:p>
        </p:txBody>
      </p:sp>
      <p:sp>
        <p:nvSpPr>
          <p:cNvPr id="109" name="OTLSHAPE_T_8ecc781652274fae93b3db6bc463d2e2_Duration"/>
          <p:cNvSpPr txBox="1"/>
          <p:nvPr>
            <p:custDataLst>
              <p:tags r:id="rId109"/>
            </p:custDataLst>
          </p:nvPr>
        </p:nvSpPr>
        <p:spPr>
          <a:xfrm>
            <a:off x="6183275" y="377145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10" name="OTLSHAPE_T_8ecc781652274fae93b3db6bc463d2e2_Title"/>
          <p:cNvSpPr txBox="1"/>
          <p:nvPr>
            <p:custDataLst>
              <p:tags r:id="rId110"/>
            </p:custDataLst>
          </p:nvPr>
        </p:nvSpPr>
        <p:spPr>
          <a:xfrm>
            <a:off x="127000" y="3763705"/>
            <a:ext cx="1282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Set up HA node in dc4</a:t>
            </a:r>
          </a:p>
        </p:txBody>
      </p:sp>
      <p:sp>
        <p:nvSpPr>
          <p:cNvPr id="111" name="OTLSHAPE_T_ac77e47a3187486e8e4a22c86aea99b5_Shape"/>
          <p:cNvSpPr/>
          <p:nvPr>
            <p:custDataLst>
              <p:tags r:id="rId111"/>
            </p:custDataLst>
          </p:nvPr>
        </p:nvSpPr>
        <p:spPr>
          <a:xfrm>
            <a:off x="6039681" y="3980071"/>
            <a:ext cx="6858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TLSHAPE_T_ac77e47a3187486e8e4a22c86aea99b5_ShapePercentage" hidden="1"/>
          <p:cNvSpPr/>
          <p:nvPr>
            <p:custDataLst>
              <p:tags r:id="rId112"/>
            </p:custDataLst>
          </p:nvPr>
        </p:nvSpPr>
        <p:spPr>
          <a:xfrm>
            <a:off x="6039681" y="2735707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TLSHAPE_T_ac77e47a3187486e8e4a22c86aea99b5_TextPercentage" hidden="1"/>
          <p:cNvSpPr txBox="1"/>
          <p:nvPr>
            <p:custDataLst>
              <p:tags r:id="rId113"/>
            </p:custDataLst>
          </p:nvPr>
        </p:nvSpPr>
        <p:spPr>
          <a:xfrm>
            <a:off x="0" y="272796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14" name="OTLSHAPE_T_ac77e47a3187486e8e4a22c86aea99b5_StartDate" hidden="1"/>
          <p:cNvSpPr txBox="1"/>
          <p:nvPr>
            <p:custDataLst>
              <p:tags r:id="rId114"/>
            </p:custDataLst>
          </p:nvPr>
        </p:nvSpPr>
        <p:spPr>
          <a:xfrm>
            <a:off x="0" y="272796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5" name="OTLSHAPE_T_ac77e47a3187486e8e4a22c86aea99b5_EndDate" hidden="1"/>
          <p:cNvSpPr txBox="1"/>
          <p:nvPr>
            <p:custDataLst>
              <p:tags r:id="rId115"/>
            </p:custDataLst>
          </p:nvPr>
        </p:nvSpPr>
        <p:spPr>
          <a:xfrm>
            <a:off x="0" y="272796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6" name="OTLSHAPE_T_ac77e47a3187486e8e4a22c86aea99b5_JoinedDate"/>
          <p:cNvSpPr txBox="1"/>
          <p:nvPr>
            <p:custDataLst>
              <p:tags r:id="rId116"/>
            </p:custDataLst>
          </p:nvPr>
        </p:nvSpPr>
        <p:spPr>
          <a:xfrm>
            <a:off x="6766290" y="3980071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Aug 15 - Sep 1</a:t>
            </a:r>
          </a:p>
        </p:txBody>
      </p:sp>
      <p:sp>
        <p:nvSpPr>
          <p:cNvPr id="117" name="OTLSHAPE_T_ac77e47a3187486e8e4a22c86aea99b5_Duration"/>
          <p:cNvSpPr txBox="1"/>
          <p:nvPr>
            <p:custDataLst>
              <p:tags r:id="rId117"/>
            </p:custDataLst>
          </p:nvPr>
        </p:nvSpPr>
        <p:spPr>
          <a:xfrm>
            <a:off x="6183275" y="398007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18" name="OTLSHAPE_T_ac77e47a3187486e8e4a22c86aea99b5_Title"/>
          <p:cNvSpPr txBox="1"/>
          <p:nvPr>
            <p:custDataLst>
              <p:tags r:id="rId118"/>
            </p:custDataLst>
          </p:nvPr>
        </p:nvSpPr>
        <p:spPr>
          <a:xfrm>
            <a:off x="127000" y="3972324"/>
            <a:ext cx="1930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2">
                <a:solidFill>
                  <a:schemeClr val="dk1"/>
                </a:solidFill>
                <a:latin typeface="Calibri" panose="020F0502020204030204" pitchFamily="34" charset="0"/>
              </a:rPr>
              <a:t>Set up secondary HA ndoe in DC4</a:t>
            </a:r>
          </a:p>
        </p:txBody>
      </p:sp>
      <p:sp>
        <p:nvSpPr>
          <p:cNvPr id="119" name="OTLSHAPE_T_1f9b8ed16f1c42d39f20f2d98328e32e_Shape"/>
          <p:cNvSpPr/>
          <p:nvPr>
            <p:custDataLst>
              <p:tags r:id="rId119"/>
            </p:custDataLst>
          </p:nvPr>
        </p:nvSpPr>
        <p:spPr>
          <a:xfrm>
            <a:off x="6677970" y="4188690"/>
            <a:ext cx="22606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TLSHAPE_T_1f9b8ed16f1c42d39f20f2d98328e32e_ShapePercentage" hidden="1"/>
          <p:cNvSpPr/>
          <p:nvPr>
            <p:custDataLst>
              <p:tags r:id="rId120"/>
            </p:custDataLst>
          </p:nvPr>
        </p:nvSpPr>
        <p:spPr>
          <a:xfrm>
            <a:off x="6677970" y="294432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TLSHAPE_T_1f9b8ed16f1c42d39f20f2d98328e32e_TextPercentage" hidden="1"/>
          <p:cNvSpPr txBox="1"/>
          <p:nvPr>
            <p:custDataLst>
              <p:tags r:id="rId121"/>
            </p:custDataLst>
          </p:nvPr>
        </p:nvSpPr>
        <p:spPr>
          <a:xfrm>
            <a:off x="0" y="293657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22" name="OTLSHAPE_T_1f9b8ed16f1c42d39f20f2d98328e32e_StartDate" hidden="1"/>
          <p:cNvSpPr txBox="1"/>
          <p:nvPr>
            <p:custDataLst>
              <p:tags r:id="rId122"/>
            </p:custDataLst>
          </p:nvPr>
        </p:nvSpPr>
        <p:spPr>
          <a:xfrm>
            <a:off x="0" y="293657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OTLSHAPE_T_1f9b8ed16f1c42d39f20f2d98328e32e_EndDate" hidden="1"/>
          <p:cNvSpPr txBox="1"/>
          <p:nvPr>
            <p:custDataLst>
              <p:tags r:id="rId123"/>
            </p:custDataLst>
          </p:nvPr>
        </p:nvSpPr>
        <p:spPr>
          <a:xfrm>
            <a:off x="0" y="293657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OTLSHAPE_T_1f9b8ed16f1c42d39f20f2d98328e32e_JoinedDate"/>
          <p:cNvSpPr txBox="1"/>
          <p:nvPr>
            <p:custDataLst>
              <p:tags r:id="rId124"/>
            </p:custDataLst>
          </p:nvPr>
        </p:nvSpPr>
        <p:spPr>
          <a:xfrm>
            <a:off x="8981530" y="4188690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Sep 1 - Oct 30</a:t>
            </a:r>
          </a:p>
        </p:txBody>
      </p:sp>
      <p:sp>
        <p:nvSpPr>
          <p:cNvPr id="125" name="OTLSHAPE_T_1f9b8ed16f1c42d39f20f2d98328e32e_Duration"/>
          <p:cNvSpPr txBox="1"/>
          <p:nvPr>
            <p:custDataLst>
              <p:tags r:id="rId125"/>
            </p:custDataLst>
          </p:nvPr>
        </p:nvSpPr>
        <p:spPr>
          <a:xfrm>
            <a:off x="7610040" y="418869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43 days</a:t>
            </a:r>
          </a:p>
        </p:txBody>
      </p:sp>
      <p:sp>
        <p:nvSpPr>
          <p:cNvPr id="126" name="OTLSHAPE_T_1f9b8ed16f1c42d39f20f2d98328e32e_Title"/>
          <p:cNvSpPr txBox="1"/>
          <p:nvPr>
            <p:custDataLst>
              <p:tags r:id="rId126"/>
            </p:custDataLst>
          </p:nvPr>
        </p:nvSpPr>
        <p:spPr>
          <a:xfrm>
            <a:off x="127000" y="4180943"/>
            <a:ext cx="1663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Replicate Fileshares to Azure</a:t>
            </a:r>
          </a:p>
        </p:txBody>
      </p:sp>
      <p:sp>
        <p:nvSpPr>
          <p:cNvPr id="127" name="OTLSHAPE_T_34a64cee7c0f49ebb560f791e60e1b36_Shape"/>
          <p:cNvSpPr/>
          <p:nvPr>
            <p:custDataLst>
              <p:tags r:id="rId127"/>
            </p:custDataLst>
          </p:nvPr>
        </p:nvSpPr>
        <p:spPr>
          <a:xfrm>
            <a:off x="7804363" y="4397308"/>
            <a:ext cx="5715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TLSHAPE_T_34a64cee7c0f49ebb560f791e60e1b36_ShapePercentage" hidden="1"/>
          <p:cNvSpPr/>
          <p:nvPr>
            <p:custDataLst>
              <p:tags r:id="rId128"/>
            </p:custDataLst>
          </p:nvPr>
        </p:nvSpPr>
        <p:spPr>
          <a:xfrm>
            <a:off x="7804363" y="3152944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TLSHAPE_T_34a64cee7c0f49ebb560f791e60e1b36_TextPercentage" hidden="1"/>
          <p:cNvSpPr txBox="1"/>
          <p:nvPr>
            <p:custDataLst>
              <p:tags r:id="rId129"/>
            </p:custDataLst>
          </p:nvPr>
        </p:nvSpPr>
        <p:spPr>
          <a:xfrm>
            <a:off x="0" y="31451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TLSHAPE_T_34a64cee7c0f49ebb560f791e60e1b36_StartDate" hidden="1"/>
          <p:cNvSpPr txBox="1"/>
          <p:nvPr>
            <p:custDataLst>
              <p:tags r:id="rId130"/>
            </p:custDataLst>
          </p:nvPr>
        </p:nvSpPr>
        <p:spPr>
          <a:xfrm>
            <a:off x="0" y="31451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1" name="OTLSHAPE_T_34a64cee7c0f49ebb560f791e60e1b36_EndDate" hidden="1"/>
          <p:cNvSpPr txBox="1"/>
          <p:nvPr>
            <p:custDataLst>
              <p:tags r:id="rId131"/>
            </p:custDataLst>
          </p:nvPr>
        </p:nvSpPr>
        <p:spPr>
          <a:xfrm>
            <a:off x="0" y="314519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T_34a64cee7c0f49ebb560f791e60e1b36_JoinedDate"/>
          <p:cNvSpPr txBox="1"/>
          <p:nvPr>
            <p:custDataLst>
              <p:tags r:id="rId132"/>
            </p:custDataLst>
          </p:nvPr>
        </p:nvSpPr>
        <p:spPr>
          <a:xfrm>
            <a:off x="8418333" y="4397308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Oct 1 - Oct 15</a:t>
            </a:r>
          </a:p>
        </p:txBody>
      </p:sp>
      <p:sp>
        <p:nvSpPr>
          <p:cNvPr id="133" name="OTLSHAPE_T_34a64cee7c0f49ebb560f791e60e1b36_Duration"/>
          <p:cNvSpPr txBox="1"/>
          <p:nvPr>
            <p:custDataLst>
              <p:tags r:id="rId133"/>
            </p:custDataLst>
          </p:nvPr>
        </p:nvSpPr>
        <p:spPr>
          <a:xfrm>
            <a:off x="7891638" y="4397308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11 days</a:t>
            </a:r>
          </a:p>
        </p:txBody>
      </p:sp>
      <p:sp>
        <p:nvSpPr>
          <p:cNvPr id="134" name="OTLSHAPE_T_34a64cee7c0f49ebb560f791e60e1b36_Title"/>
          <p:cNvSpPr txBox="1"/>
          <p:nvPr>
            <p:custDataLst>
              <p:tags r:id="rId134"/>
            </p:custDataLst>
          </p:nvPr>
        </p:nvSpPr>
        <p:spPr>
          <a:xfrm>
            <a:off x="127000" y="4389561"/>
            <a:ext cx="172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2">
                <a:solidFill>
                  <a:schemeClr val="dk1"/>
                </a:solidFill>
                <a:latin typeface="Calibri" panose="020F0502020204030204" pitchFamily="34" charset="0"/>
              </a:rPr>
              <a:t>Build Secondary nodes in DC4</a:t>
            </a:r>
          </a:p>
        </p:txBody>
      </p:sp>
      <p:sp>
        <p:nvSpPr>
          <p:cNvPr id="135" name="OTLSHAPE_T_b8f8c8c4d4984178b27992a575b3b759_Shape"/>
          <p:cNvSpPr/>
          <p:nvPr>
            <p:custDataLst>
              <p:tags r:id="rId135"/>
            </p:custDataLst>
          </p:nvPr>
        </p:nvSpPr>
        <p:spPr>
          <a:xfrm>
            <a:off x="8330013" y="4605927"/>
            <a:ext cx="6096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TLSHAPE_T_b8f8c8c4d4984178b27992a575b3b759_ShapePercentage" hidden="1"/>
          <p:cNvSpPr/>
          <p:nvPr>
            <p:custDataLst>
              <p:tags r:id="rId136"/>
            </p:custDataLst>
          </p:nvPr>
        </p:nvSpPr>
        <p:spPr>
          <a:xfrm>
            <a:off x="8330013" y="336156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TLSHAPE_T_b8f8c8c4d4984178b27992a575b3b759_TextPercentage" hidden="1"/>
          <p:cNvSpPr txBox="1"/>
          <p:nvPr>
            <p:custDataLst>
              <p:tags r:id="rId137"/>
            </p:custDataLst>
          </p:nvPr>
        </p:nvSpPr>
        <p:spPr>
          <a:xfrm>
            <a:off x="0" y="335381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OTLSHAPE_T_b8f8c8c4d4984178b27992a575b3b759_StartDate" hidden="1"/>
          <p:cNvSpPr txBox="1"/>
          <p:nvPr>
            <p:custDataLst>
              <p:tags r:id="rId138"/>
            </p:custDataLst>
          </p:nvPr>
        </p:nvSpPr>
        <p:spPr>
          <a:xfrm>
            <a:off x="0" y="335381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9" name="OTLSHAPE_T_b8f8c8c4d4984178b27992a575b3b759_EndDate" hidden="1"/>
          <p:cNvSpPr txBox="1"/>
          <p:nvPr>
            <p:custDataLst>
              <p:tags r:id="rId139"/>
            </p:custDataLst>
          </p:nvPr>
        </p:nvSpPr>
        <p:spPr>
          <a:xfrm>
            <a:off x="0" y="335381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0" name="OTLSHAPE_T_b8f8c8c4d4984178b27992a575b3b759_JoinedDate"/>
          <p:cNvSpPr txBox="1"/>
          <p:nvPr>
            <p:custDataLst>
              <p:tags r:id="rId140"/>
            </p:custDataLst>
          </p:nvPr>
        </p:nvSpPr>
        <p:spPr>
          <a:xfrm>
            <a:off x="8981530" y="4605927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Oct 15 - Oct 30</a:t>
            </a:r>
          </a:p>
        </p:txBody>
      </p:sp>
      <p:sp>
        <p:nvSpPr>
          <p:cNvPr id="141" name="OTLSHAPE_T_b8f8c8c4d4984178b27992a575b3b759_Duration"/>
          <p:cNvSpPr txBox="1"/>
          <p:nvPr>
            <p:custDataLst>
              <p:tags r:id="rId141"/>
            </p:custDataLst>
          </p:nvPr>
        </p:nvSpPr>
        <p:spPr>
          <a:xfrm>
            <a:off x="8436062" y="4605927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42" name="OTLSHAPE_T_b8f8c8c4d4984178b27992a575b3b759_Title"/>
          <p:cNvSpPr txBox="1"/>
          <p:nvPr>
            <p:custDataLst>
              <p:tags r:id="rId142"/>
            </p:custDataLst>
          </p:nvPr>
        </p:nvSpPr>
        <p:spPr>
          <a:xfrm>
            <a:off x="127000" y="4598180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Replicate portion to DC4</a:t>
            </a:r>
          </a:p>
        </p:txBody>
      </p:sp>
      <p:sp>
        <p:nvSpPr>
          <p:cNvPr id="143" name="OTLSHAPE_T_8ed2ef9fce3c482e8a640d38ed9e7d30_Shape"/>
          <p:cNvSpPr/>
          <p:nvPr>
            <p:custDataLst>
              <p:tags r:id="rId143"/>
            </p:custDataLst>
          </p:nvPr>
        </p:nvSpPr>
        <p:spPr>
          <a:xfrm>
            <a:off x="7203620" y="4814546"/>
            <a:ext cx="6477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TLSHAPE_T_8ed2ef9fce3c482e8a640d38ed9e7d30_ShapePercentage" hidden="1"/>
          <p:cNvSpPr/>
          <p:nvPr>
            <p:custDataLst>
              <p:tags r:id="rId144"/>
            </p:custDataLst>
          </p:nvPr>
        </p:nvSpPr>
        <p:spPr>
          <a:xfrm>
            <a:off x="7203620" y="3570182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TLSHAPE_T_8ed2ef9fce3c482e8a640d38ed9e7d30_TextPercentage" hidden="1"/>
          <p:cNvSpPr txBox="1"/>
          <p:nvPr>
            <p:custDataLst>
              <p:tags r:id="rId145"/>
            </p:custDataLst>
          </p:nvPr>
        </p:nvSpPr>
        <p:spPr>
          <a:xfrm>
            <a:off x="0" y="356243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T_8ed2ef9fce3c482e8a640d38ed9e7d30_StartDate" hidden="1"/>
          <p:cNvSpPr txBox="1"/>
          <p:nvPr>
            <p:custDataLst>
              <p:tags r:id="rId146"/>
            </p:custDataLst>
          </p:nvPr>
        </p:nvSpPr>
        <p:spPr>
          <a:xfrm>
            <a:off x="0" y="356243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7" name="OTLSHAPE_T_8ed2ef9fce3c482e8a640d38ed9e7d30_EndDate" hidden="1"/>
          <p:cNvSpPr txBox="1"/>
          <p:nvPr>
            <p:custDataLst>
              <p:tags r:id="rId147"/>
            </p:custDataLst>
          </p:nvPr>
        </p:nvSpPr>
        <p:spPr>
          <a:xfrm>
            <a:off x="0" y="356243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8" name="OTLSHAPE_T_8ed2ef9fce3c482e8a640d38ed9e7d30_JoinedDate"/>
          <p:cNvSpPr txBox="1"/>
          <p:nvPr>
            <p:custDataLst>
              <p:tags r:id="rId148"/>
            </p:custDataLst>
          </p:nvPr>
        </p:nvSpPr>
        <p:spPr>
          <a:xfrm>
            <a:off x="7892683" y="4814546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Sep 15 - Oct 1</a:t>
            </a:r>
          </a:p>
        </p:txBody>
      </p:sp>
      <p:sp>
        <p:nvSpPr>
          <p:cNvPr id="149" name="OTLSHAPE_T_8ed2ef9fce3c482e8a640d38ed9e7d30_Duration"/>
          <p:cNvSpPr txBox="1"/>
          <p:nvPr>
            <p:custDataLst>
              <p:tags r:id="rId149"/>
            </p:custDataLst>
          </p:nvPr>
        </p:nvSpPr>
        <p:spPr>
          <a:xfrm>
            <a:off x="7328442" y="481454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50" name="OTLSHAPE_T_8ed2ef9fce3c482e8a640d38ed9e7d30_Title"/>
          <p:cNvSpPr txBox="1"/>
          <p:nvPr>
            <p:custDataLst>
              <p:tags r:id="rId150"/>
            </p:custDataLst>
          </p:nvPr>
        </p:nvSpPr>
        <p:spPr>
          <a:xfrm>
            <a:off x="127000" y="4806798"/>
            <a:ext cx="2044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Build DC4 Align Domain Controllers</a:t>
            </a:r>
          </a:p>
        </p:txBody>
      </p:sp>
      <p:sp>
        <p:nvSpPr>
          <p:cNvPr id="151" name="OTLSHAPE_T_1f37e0057b644fc094abc532babeb4ca_Shape"/>
          <p:cNvSpPr/>
          <p:nvPr>
            <p:custDataLst>
              <p:tags r:id="rId151"/>
            </p:custDataLst>
          </p:nvPr>
        </p:nvSpPr>
        <p:spPr>
          <a:xfrm>
            <a:off x="9080942" y="5023164"/>
            <a:ext cx="4572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TLSHAPE_T_1f37e0057b644fc094abc532babeb4ca_ShapePercentage" hidden="1"/>
          <p:cNvSpPr/>
          <p:nvPr>
            <p:custDataLst>
              <p:tags r:id="rId152"/>
            </p:custDataLst>
          </p:nvPr>
        </p:nvSpPr>
        <p:spPr>
          <a:xfrm>
            <a:off x="9080942" y="377880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TLSHAPE_T_1f37e0057b644fc094abc532babeb4ca_TextPercentage" hidden="1"/>
          <p:cNvSpPr txBox="1"/>
          <p:nvPr>
            <p:custDataLst>
              <p:tags r:id="rId153"/>
            </p:custDataLst>
          </p:nvPr>
        </p:nvSpPr>
        <p:spPr>
          <a:xfrm>
            <a:off x="0" y="377105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54" name="OTLSHAPE_T_1f37e0057b644fc094abc532babeb4ca_StartDate" hidden="1"/>
          <p:cNvSpPr txBox="1"/>
          <p:nvPr>
            <p:custDataLst>
              <p:tags r:id="rId154"/>
            </p:custDataLst>
          </p:nvPr>
        </p:nvSpPr>
        <p:spPr>
          <a:xfrm>
            <a:off x="0" y="377105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55" name="OTLSHAPE_T_1f37e0057b644fc094abc532babeb4ca_EndDate" hidden="1"/>
          <p:cNvSpPr txBox="1"/>
          <p:nvPr>
            <p:custDataLst>
              <p:tags r:id="rId155"/>
            </p:custDataLst>
          </p:nvPr>
        </p:nvSpPr>
        <p:spPr>
          <a:xfrm>
            <a:off x="0" y="377105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56" name="OTLSHAPE_T_1f37e0057b644fc094abc532babeb4ca_JoinedDate"/>
          <p:cNvSpPr txBox="1"/>
          <p:nvPr>
            <p:custDataLst>
              <p:tags r:id="rId156"/>
            </p:custDataLst>
          </p:nvPr>
        </p:nvSpPr>
        <p:spPr>
          <a:xfrm>
            <a:off x="9582273" y="5023164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Nov 4 - Nov 15</a:t>
            </a:r>
          </a:p>
        </p:txBody>
      </p:sp>
      <p:sp>
        <p:nvSpPr>
          <p:cNvPr id="157" name="OTLSHAPE_T_1f37e0057b644fc094abc532babeb4ca_Duration"/>
          <p:cNvSpPr txBox="1"/>
          <p:nvPr>
            <p:custDataLst>
              <p:tags r:id="rId157"/>
            </p:custDataLst>
          </p:nvPr>
        </p:nvSpPr>
        <p:spPr>
          <a:xfrm>
            <a:off x="9111897" y="5023164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158" name="OTLSHAPE_T_1f37e0057b644fc094abc532babeb4ca_Title"/>
          <p:cNvSpPr txBox="1"/>
          <p:nvPr>
            <p:custDataLst>
              <p:tags r:id="rId158"/>
            </p:custDataLst>
          </p:nvPr>
        </p:nvSpPr>
        <p:spPr>
          <a:xfrm>
            <a:off x="127000" y="5015417"/>
            <a:ext cx="1079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16">
                <a:solidFill>
                  <a:schemeClr val="dk1"/>
                </a:solidFill>
                <a:latin typeface="Calibri" panose="020F0502020204030204" pitchFamily="34" charset="0"/>
              </a:rPr>
              <a:t>UAT Testing in DC4</a:t>
            </a:r>
          </a:p>
        </p:txBody>
      </p:sp>
      <p:sp>
        <p:nvSpPr>
          <p:cNvPr id="159" name="OTLSHAPE_T_aa09cc59cbdf4b7f8a39d6fa98aca233_Shape"/>
          <p:cNvSpPr/>
          <p:nvPr>
            <p:custDataLst>
              <p:tags r:id="rId159"/>
            </p:custDataLst>
          </p:nvPr>
        </p:nvSpPr>
        <p:spPr>
          <a:xfrm>
            <a:off x="8968302" y="5231783"/>
            <a:ext cx="5715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TLSHAPE_T_aa09cc59cbdf4b7f8a39d6fa98aca233_ShapePercentage" hidden="1"/>
          <p:cNvSpPr/>
          <p:nvPr>
            <p:custDataLst>
              <p:tags r:id="rId160"/>
            </p:custDataLst>
          </p:nvPr>
        </p:nvSpPr>
        <p:spPr>
          <a:xfrm>
            <a:off x="8968302" y="398741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TLSHAPE_T_aa09cc59cbdf4b7f8a39d6fa98aca233_TextPercentage" hidden="1"/>
          <p:cNvSpPr txBox="1"/>
          <p:nvPr>
            <p:custDataLst>
              <p:tags r:id="rId161"/>
            </p:custDataLst>
          </p:nvPr>
        </p:nvSpPr>
        <p:spPr>
          <a:xfrm>
            <a:off x="0" y="397967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62" name="OTLSHAPE_T_aa09cc59cbdf4b7f8a39d6fa98aca233_StartDate" hidden="1"/>
          <p:cNvSpPr txBox="1"/>
          <p:nvPr>
            <p:custDataLst>
              <p:tags r:id="rId162"/>
            </p:custDataLst>
          </p:nvPr>
        </p:nvSpPr>
        <p:spPr>
          <a:xfrm>
            <a:off x="0" y="397967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3" name="OTLSHAPE_T_aa09cc59cbdf4b7f8a39d6fa98aca233_EndDate" hidden="1"/>
          <p:cNvSpPr txBox="1"/>
          <p:nvPr>
            <p:custDataLst>
              <p:tags r:id="rId163"/>
            </p:custDataLst>
          </p:nvPr>
        </p:nvSpPr>
        <p:spPr>
          <a:xfrm>
            <a:off x="0" y="397967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4" name="OTLSHAPE_T_aa09cc59cbdf4b7f8a39d6fa98aca233_JoinedDate"/>
          <p:cNvSpPr txBox="1"/>
          <p:nvPr>
            <p:custDataLst>
              <p:tags r:id="rId164"/>
            </p:custDataLst>
          </p:nvPr>
        </p:nvSpPr>
        <p:spPr>
          <a:xfrm>
            <a:off x="9582273" y="5231783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Nov 1 - Nov 15</a:t>
            </a:r>
          </a:p>
        </p:txBody>
      </p:sp>
      <p:sp>
        <p:nvSpPr>
          <p:cNvPr id="165" name="OTLSHAPE_T_aa09cc59cbdf4b7f8a39d6fa98aca233_Duration"/>
          <p:cNvSpPr txBox="1"/>
          <p:nvPr>
            <p:custDataLst>
              <p:tags r:id="rId165"/>
            </p:custDataLst>
          </p:nvPr>
        </p:nvSpPr>
        <p:spPr>
          <a:xfrm>
            <a:off x="9055577" y="5231783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11 days</a:t>
            </a:r>
          </a:p>
        </p:txBody>
      </p:sp>
      <p:sp>
        <p:nvSpPr>
          <p:cNvPr id="166" name="OTLSHAPE_T_aa09cc59cbdf4b7f8a39d6fa98aca233_Title"/>
          <p:cNvSpPr txBox="1"/>
          <p:nvPr>
            <p:custDataLst>
              <p:tags r:id="rId166"/>
            </p:custDataLst>
          </p:nvPr>
        </p:nvSpPr>
        <p:spPr>
          <a:xfrm>
            <a:off x="127000" y="5224036"/>
            <a:ext cx="1498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Great Plains Replacement</a:t>
            </a:r>
          </a:p>
        </p:txBody>
      </p:sp>
      <p:sp>
        <p:nvSpPr>
          <p:cNvPr id="167" name="OTLSHAPE_T_7ffc92b66a3440ca9e611a8c02ae5bd8_Shape"/>
          <p:cNvSpPr/>
          <p:nvPr>
            <p:custDataLst>
              <p:tags r:id="rId167"/>
            </p:custDataLst>
          </p:nvPr>
        </p:nvSpPr>
        <p:spPr>
          <a:xfrm>
            <a:off x="7804363" y="5440402"/>
            <a:ext cx="11684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TLSHAPE_T_7ffc92b66a3440ca9e611a8c02ae5bd8_ShapePercentage" hidden="1"/>
          <p:cNvSpPr/>
          <p:nvPr>
            <p:custDataLst>
              <p:tags r:id="rId168"/>
            </p:custDataLst>
          </p:nvPr>
        </p:nvSpPr>
        <p:spPr>
          <a:xfrm>
            <a:off x="7804363" y="419603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TLSHAPE_T_7ffc92b66a3440ca9e611a8c02ae5bd8_TextPercentage" hidden="1"/>
          <p:cNvSpPr txBox="1"/>
          <p:nvPr>
            <p:custDataLst>
              <p:tags r:id="rId169"/>
            </p:custDataLst>
          </p:nvPr>
        </p:nvSpPr>
        <p:spPr>
          <a:xfrm>
            <a:off x="0" y="418829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0" name="OTLSHAPE_T_7ffc92b66a3440ca9e611a8c02ae5bd8_StartDate" hidden="1"/>
          <p:cNvSpPr txBox="1"/>
          <p:nvPr>
            <p:custDataLst>
              <p:tags r:id="rId170"/>
            </p:custDataLst>
          </p:nvPr>
        </p:nvSpPr>
        <p:spPr>
          <a:xfrm>
            <a:off x="0" y="418829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1" name="OTLSHAPE_T_7ffc92b66a3440ca9e611a8c02ae5bd8_EndDate" hidden="1"/>
          <p:cNvSpPr txBox="1"/>
          <p:nvPr>
            <p:custDataLst>
              <p:tags r:id="rId171"/>
            </p:custDataLst>
          </p:nvPr>
        </p:nvSpPr>
        <p:spPr>
          <a:xfrm>
            <a:off x="0" y="418829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T_7ffc92b66a3440ca9e611a8c02ae5bd8_JoinedDate"/>
          <p:cNvSpPr txBox="1"/>
          <p:nvPr>
            <p:custDataLst>
              <p:tags r:id="rId172"/>
            </p:custDataLst>
          </p:nvPr>
        </p:nvSpPr>
        <p:spPr>
          <a:xfrm>
            <a:off x="9019077" y="5440402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Oct 1 - Oct 31</a:t>
            </a:r>
          </a:p>
        </p:txBody>
      </p:sp>
      <p:sp>
        <p:nvSpPr>
          <p:cNvPr id="173" name="OTLSHAPE_T_7ffc92b66a3440ca9e611a8c02ae5bd8_Duration"/>
          <p:cNvSpPr txBox="1"/>
          <p:nvPr>
            <p:custDataLst>
              <p:tags r:id="rId173"/>
            </p:custDataLst>
          </p:nvPr>
        </p:nvSpPr>
        <p:spPr>
          <a:xfrm>
            <a:off x="8192010" y="544040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23 days</a:t>
            </a:r>
          </a:p>
        </p:txBody>
      </p:sp>
      <p:sp>
        <p:nvSpPr>
          <p:cNvPr id="174" name="OTLSHAPE_T_7ffc92b66a3440ca9e611a8c02ae5bd8_Title"/>
          <p:cNvSpPr txBox="1"/>
          <p:nvPr>
            <p:custDataLst>
              <p:tags r:id="rId174"/>
            </p:custDataLst>
          </p:nvPr>
        </p:nvSpPr>
        <p:spPr>
          <a:xfrm>
            <a:off x="127000" y="5432654"/>
            <a:ext cx="1130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Script DNS Updates</a:t>
            </a:r>
          </a:p>
        </p:txBody>
      </p:sp>
      <p:sp>
        <p:nvSpPr>
          <p:cNvPr id="175" name="OTLSHAPE_T_3ed19c05ad0a42d7a959a915846af40f_Shape"/>
          <p:cNvSpPr/>
          <p:nvPr>
            <p:custDataLst>
              <p:tags r:id="rId175"/>
            </p:custDataLst>
          </p:nvPr>
        </p:nvSpPr>
        <p:spPr>
          <a:xfrm>
            <a:off x="9944510" y="5663033"/>
            <a:ext cx="50800" cy="127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TLSHAPE_T_3ed19c05ad0a42d7a959a915846af40f_ShapePercentage" hidden="1"/>
          <p:cNvSpPr/>
          <p:nvPr>
            <p:custDataLst>
              <p:tags r:id="rId176"/>
            </p:custDataLst>
          </p:nvPr>
        </p:nvSpPr>
        <p:spPr>
          <a:xfrm>
            <a:off x="9944510" y="441866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TLSHAPE_T_3ed19c05ad0a42d7a959a915846af40f_TextPercentage" hidden="1"/>
          <p:cNvSpPr txBox="1"/>
          <p:nvPr>
            <p:custDataLst>
              <p:tags r:id="rId177"/>
            </p:custDataLst>
          </p:nvPr>
        </p:nvSpPr>
        <p:spPr>
          <a:xfrm>
            <a:off x="0" y="439690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8" name="OTLSHAPE_T_3ed19c05ad0a42d7a959a915846af40f_StartDate" hidden="1"/>
          <p:cNvSpPr txBox="1"/>
          <p:nvPr>
            <p:custDataLst>
              <p:tags r:id="rId178"/>
            </p:custDataLst>
          </p:nvPr>
        </p:nvSpPr>
        <p:spPr>
          <a:xfrm>
            <a:off x="0" y="439690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T_3ed19c05ad0a42d7a959a915846af40f_EndDate" hidden="1"/>
          <p:cNvSpPr txBox="1"/>
          <p:nvPr>
            <p:custDataLst>
              <p:tags r:id="rId179"/>
            </p:custDataLst>
          </p:nvPr>
        </p:nvSpPr>
        <p:spPr>
          <a:xfrm>
            <a:off x="0" y="439690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T_3ed19c05ad0a42d7a959a915846af40f_Duration"/>
          <p:cNvSpPr txBox="1"/>
          <p:nvPr>
            <p:custDataLst>
              <p:tags r:id="rId180"/>
            </p:custDataLst>
          </p:nvPr>
        </p:nvSpPr>
        <p:spPr>
          <a:xfrm>
            <a:off x="9617950" y="5649020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81" name="OTLSHAPE_T_3ed19c05ad0a42d7a959a915846af40f_JoinedDate"/>
          <p:cNvSpPr txBox="1"/>
          <p:nvPr>
            <p:custDataLst>
              <p:tags r:id="rId181"/>
            </p:custDataLst>
          </p:nvPr>
        </p:nvSpPr>
        <p:spPr>
          <a:xfrm>
            <a:off x="10046110" y="5649020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solidFill>
                  <a:schemeClr val="dk1"/>
                </a:solidFill>
                <a:latin typeface="Calibri" panose="020F0502020204030204" pitchFamily="34" charset="0"/>
              </a:rPr>
              <a:t>Nov 27</a:t>
            </a:r>
          </a:p>
        </p:txBody>
      </p:sp>
      <p:sp>
        <p:nvSpPr>
          <p:cNvPr id="182" name="OTLSHAPE_T_3ed19c05ad0a42d7a959a915846af40f_Title"/>
          <p:cNvSpPr txBox="1"/>
          <p:nvPr>
            <p:custDataLst>
              <p:tags r:id="rId182"/>
            </p:custDataLst>
          </p:nvPr>
        </p:nvSpPr>
        <p:spPr>
          <a:xfrm>
            <a:off x="127000" y="5641273"/>
            <a:ext cx="850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Provision CRM</a:t>
            </a:r>
          </a:p>
        </p:txBody>
      </p:sp>
      <p:sp>
        <p:nvSpPr>
          <p:cNvPr id="183" name="OTLSHAPE_T_33779b0bf9da4f1b8eb1a464d131ff7e_Shape"/>
          <p:cNvSpPr/>
          <p:nvPr>
            <p:custDataLst>
              <p:tags r:id="rId183"/>
            </p:custDataLst>
          </p:nvPr>
        </p:nvSpPr>
        <p:spPr>
          <a:xfrm>
            <a:off x="9982057" y="5871651"/>
            <a:ext cx="50800" cy="127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TLSHAPE_T_33779b0bf9da4f1b8eb1a464d131ff7e_ShapePercentage" hidden="1"/>
          <p:cNvSpPr/>
          <p:nvPr>
            <p:custDataLst>
              <p:tags r:id="rId184"/>
            </p:custDataLst>
          </p:nvPr>
        </p:nvSpPr>
        <p:spPr>
          <a:xfrm>
            <a:off x="9982057" y="4627287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TLSHAPE_T_33779b0bf9da4f1b8eb1a464d131ff7e_TextPercentage" hidden="1"/>
          <p:cNvSpPr txBox="1"/>
          <p:nvPr>
            <p:custDataLst>
              <p:tags r:id="rId185"/>
            </p:custDataLst>
          </p:nvPr>
        </p:nvSpPr>
        <p:spPr>
          <a:xfrm>
            <a:off x="0" y="460552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86" name="OTLSHAPE_T_33779b0bf9da4f1b8eb1a464d131ff7e_StartDate" hidden="1"/>
          <p:cNvSpPr txBox="1"/>
          <p:nvPr>
            <p:custDataLst>
              <p:tags r:id="rId186"/>
            </p:custDataLst>
          </p:nvPr>
        </p:nvSpPr>
        <p:spPr>
          <a:xfrm>
            <a:off x="0" y="460552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7" name="OTLSHAPE_T_33779b0bf9da4f1b8eb1a464d131ff7e_EndDate" hidden="1"/>
          <p:cNvSpPr txBox="1"/>
          <p:nvPr>
            <p:custDataLst>
              <p:tags r:id="rId187"/>
            </p:custDataLst>
          </p:nvPr>
        </p:nvSpPr>
        <p:spPr>
          <a:xfrm>
            <a:off x="0" y="460552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T_33779b0bf9da4f1b8eb1a464d131ff7e_Duration"/>
          <p:cNvSpPr txBox="1"/>
          <p:nvPr>
            <p:custDataLst>
              <p:tags r:id="rId188"/>
            </p:custDataLst>
          </p:nvPr>
        </p:nvSpPr>
        <p:spPr>
          <a:xfrm>
            <a:off x="9655497" y="5857639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89" name="OTLSHAPE_T_33779b0bf9da4f1b8eb1a464d131ff7e_JoinedDate"/>
          <p:cNvSpPr txBox="1"/>
          <p:nvPr>
            <p:custDataLst>
              <p:tags r:id="rId189"/>
            </p:custDataLst>
          </p:nvPr>
        </p:nvSpPr>
        <p:spPr>
          <a:xfrm>
            <a:off x="10083657" y="5857639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solidFill>
                  <a:schemeClr val="dk1"/>
                </a:solidFill>
                <a:latin typeface="Calibri" panose="020F0502020204030204" pitchFamily="34" charset="0"/>
              </a:rPr>
              <a:t>Nov 28</a:t>
            </a:r>
          </a:p>
        </p:txBody>
      </p:sp>
      <p:sp>
        <p:nvSpPr>
          <p:cNvPr id="190" name="OTLSHAPE_T_33779b0bf9da4f1b8eb1a464d131ff7e_Title"/>
          <p:cNvSpPr txBox="1"/>
          <p:nvPr>
            <p:custDataLst>
              <p:tags r:id="rId190"/>
            </p:custDataLst>
          </p:nvPr>
        </p:nvSpPr>
        <p:spPr>
          <a:xfrm>
            <a:off x="127000" y="5849892"/>
            <a:ext cx="1270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Provision Great Plains</a:t>
            </a:r>
          </a:p>
        </p:txBody>
      </p:sp>
      <p:sp>
        <p:nvSpPr>
          <p:cNvPr id="191" name="OTLSHAPE_T_327a2ee3810241c0a17b7056ae75f8cf_Shape"/>
          <p:cNvSpPr/>
          <p:nvPr>
            <p:custDataLst>
              <p:tags r:id="rId191"/>
            </p:custDataLst>
          </p:nvPr>
        </p:nvSpPr>
        <p:spPr>
          <a:xfrm>
            <a:off x="10282427" y="6080270"/>
            <a:ext cx="50800" cy="127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TLSHAPE_T_327a2ee3810241c0a17b7056ae75f8cf_ShapePercentage" hidden="1"/>
          <p:cNvSpPr/>
          <p:nvPr>
            <p:custDataLst>
              <p:tags r:id="rId192"/>
            </p:custDataLst>
          </p:nvPr>
        </p:nvSpPr>
        <p:spPr>
          <a:xfrm>
            <a:off x="10282427" y="483590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TLSHAPE_T_327a2ee3810241c0a17b7056ae75f8cf_TextPercentage" hidden="1"/>
          <p:cNvSpPr txBox="1"/>
          <p:nvPr>
            <p:custDataLst>
              <p:tags r:id="rId193"/>
            </p:custDataLst>
          </p:nvPr>
        </p:nvSpPr>
        <p:spPr>
          <a:xfrm>
            <a:off x="0" y="481414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4" name="OTLSHAPE_T_327a2ee3810241c0a17b7056ae75f8cf_StartDate" hidden="1"/>
          <p:cNvSpPr txBox="1"/>
          <p:nvPr>
            <p:custDataLst>
              <p:tags r:id="rId194"/>
            </p:custDataLst>
          </p:nvPr>
        </p:nvSpPr>
        <p:spPr>
          <a:xfrm>
            <a:off x="0" y="481414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95" name="OTLSHAPE_T_327a2ee3810241c0a17b7056ae75f8cf_EndDate" hidden="1"/>
          <p:cNvSpPr txBox="1"/>
          <p:nvPr>
            <p:custDataLst>
              <p:tags r:id="rId195"/>
            </p:custDataLst>
          </p:nvPr>
        </p:nvSpPr>
        <p:spPr>
          <a:xfrm>
            <a:off x="0" y="481414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96" name="OTLSHAPE_T_327a2ee3810241c0a17b7056ae75f8cf_Duration"/>
          <p:cNvSpPr txBox="1"/>
          <p:nvPr>
            <p:custDataLst>
              <p:tags r:id="rId196"/>
            </p:custDataLst>
          </p:nvPr>
        </p:nvSpPr>
        <p:spPr>
          <a:xfrm>
            <a:off x="9955868" y="6066258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97" name="OTLSHAPE_T_327a2ee3810241c0a17b7056ae75f8cf_JoinedDate"/>
          <p:cNvSpPr txBox="1"/>
          <p:nvPr>
            <p:custDataLst>
              <p:tags r:id="rId197"/>
            </p:custDataLst>
          </p:nvPr>
        </p:nvSpPr>
        <p:spPr>
          <a:xfrm>
            <a:off x="10384027" y="6066258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solidFill>
                  <a:schemeClr val="dk1"/>
                </a:solidFill>
                <a:latin typeface="Calibri" panose="020F0502020204030204" pitchFamily="34" charset="0"/>
              </a:rPr>
              <a:t>Dec 6</a:t>
            </a:r>
          </a:p>
        </p:txBody>
      </p:sp>
      <p:sp>
        <p:nvSpPr>
          <p:cNvPr id="198" name="OTLSHAPE_T_327a2ee3810241c0a17b7056ae75f8cf_Title"/>
          <p:cNvSpPr txBox="1"/>
          <p:nvPr>
            <p:custDataLst>
              <p:tags r:id="rId198"/>
            </p:custDataLst>
          </p:nvPr>
        </p:nvSpPr>
        <p:spPr>
          <a:xfrm>
            <a:off x="127000" y="6058511"/>
            <a:ext cx="965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Run DNS Update</a:t>
            </a:r>
          </a:p>
        </p:txBody>
      </p:sp>
      <p:sp>
        <p:nvSpPr>
          <p:cNvPr id="199" name="OTLSHAPE_T_893d5101b242452aa3da965db19e167a_Shape"/>
          <p:cNvSpPr/>
          <p:nvPr>
            <p:custDataLst>
              <p:tags r:id="rId199"/>
            </p:custDataLst>
          </p:nvPr>
        </p:nvSpPr>
        <p:spPr>
          <a:xfrm>
            <a:off x="10282427" y="6288889"/>
            <a:ext cx="50800" cy="127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TLSHAPE_T_893d5101b242452aa3da965db19e167a_ShapePercentage" hidden="1"/>
          <p:cNvSpPr/>
          <p:nvPr>
            <p:custDataLst>
              <p:tags r:id="rId200"/>
            </p:custDataLst>
          </p:nvPr>
        </p:nvSpPr>
        <p:spPr>
          <a:xfrm>
            <a:off x="10282427" y="5044525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T_893d5101b242452aa3da965db19e167a_TextPercentage" hidden="1"/>
          <p:cNvSpPr txBox="1"/>
          <p:nvPr>
            <p:custDataLst>
              <p:tags r:id="rId201"/>
            </p:custDataLst>
          </p:nvPr>
        </p:nvSpPr>
        <p:spPr>
          <a:xfrm>
            <a:off x="0" y="502276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2" name="OTLSHAPE_T_893d5101b242452aa3da965db19e167a_StartDate" hidden="1"/>
          <p:cNvSpPr txBox="1"/>
          <p:nvPr>
            <p:custDataLst>
              <p:tags r:id="rId202"/>
            </p:custDataLst>
          </p:nvPr>
        </p:nvSpPr>
        <p:spPr>
          <a:xfrm>
            <a:off x="0" y="502276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3" name="OTLSHAPE_T_893d5101b242452aa3da965db19e167a_EndDate" hidden="1"/>
          <p:cNvSpPr txBox="1"/>
          <p:nvPr>
            <p:custDataLst>
              <p:tags r:id="rId203"/>
            </p:custDataLst>
          </p:nvPr>
        </p:nvSpPr>
        <p:spPr>
          <a:xfrm>
            <a:off x="0" y="502276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T_893d5101b242452aa3da965db19e167a_Duration"/>
          <p:cNvSpPr txBox="1"/>
          <p:nvPr>
            <p:custDataLst>
              <p:tags r:id="rId204"/>
            </p:custDataLst>
          </p:nvPr>
        </p:nvSpPr>
        <p:spPr>
          <a:xfrm>
            <a:off x="9955868" y="6274876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205" name="OTLSHAPE_T_893d5101b242452aa3da965db19e167a_JoinedDate"/>
          <p:cNvSpPr txBox="1"/>
          <p:nvPr>
            <p:custDataLst>
              <p:tags r:id="rId205"/>
            </p:custDataLst>
          </p:nvPr>
        </p:nvSpPr>
        <p:spPr>
          <a:xfrm>
            <a:off x="10384027" y="6274876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solidFill>
                  <a:schemeClr val="dk1"/>
                </a:solidFill>
                <a:latin typeface="Calibri" panose="020F0502020204030204" pitchFamily="34" charset="0"/>
              </a:rPr>
              <a:t>Dec 6</a:t>
            </a:r>
          </a:p>
        </p:txBody>
      </p:sp>
      <p:sp>
        <p:nvSpPr>
          <p:cNvPr id="206" name="OTLSHAPE_T_893d5101b242452aa3da965db19e167a_Title"/>
          <p:cNvSpPr txBox="1"/>
          <p:nvPr>
            <p:custDataLst>
              <p:tags r:id="rId206"/>
            </p:custDataLst>
          </p:nvPr>
        </p:nvSpPr>
        <p:spPr>
          <a:xfrm>
            <a:off x="127000" y="6267130"/>
            <a:ext cx="1498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6">
                <a:solidFill>
                  <a:schemeClr val="dk1"/>
                </a:solidFill>
                <a:latin typeface="Calibri" panose="020F0502020204030204" pitchFamily="34" charset="0"/>
              </a:rPr>
              <a:t>Switch Primary DB to DC4</a:t>
            </a:r>
          </a:p>
        </p:txBody>
      </p:sp>
      <p:sp>
        <p:nvSpPr>
          <p:cNvPr id="207" name="OTLSHAPE_T_8e888c57777947849c16940a8994438e_Shape"/>
          <p:cNvSpPr/>
          <p:nvPr>
            <p:custDataLst>
              <p:tags r:id="rId207"/>
            </p:custDataLst>
          </p:nvPr>
        </p:nvSpPr>
        <p:spPr>
          <a:xfrm>
            <a:off x="10282427" y="6497507"/>
            <a:ext cx="50800" cy="127000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TLSHAPE_T_8e888c57777947849c16940a8994438e_ShapePercentage" hidden="1"/>
          <p:cNvSpPr/>
          <p:nvPr>
            <p:custDataLst>
              <p:tags r:id="rId208"/>
            </p:custDataLst>
          </p:nvPr>
        </p:nvSpPr>
        <p:spPr>
          <a:xfrm>
            <a:off x="10282427" y="525314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TLSHAPE_T_8e888c57777947849c16940a8994438e_TextPercentage" hidden="1"/>
          <p:cNvSpPr txBox="1"/>
          <p:nvPr>
            <p:custDataLst>
              <p:tags r:id="rId209"/>
            </p:custDataLst>
          </p:nvPr>
        </p:nvSpPr>
        <p:spPr>
          <a:xfrm>
            <a:off x="0" y="523138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0" name="OTLSHAPE_T_8e888c57777947849c16940a8994438e_StartDate" hidden="1"/>
          <p:cNvSpPr txBox="1"/>
          <p:nvPr>
            <p:custDataLst>
              <p:tags r:id="rId210"/>
            </p:custDataLst>
          </p:nvPr>
        </p:nvSpPr>
        <p:spPr>
          <a:xfrm>
            <a:off x="0" y="523138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11" name="OTLSHAPE_T_8e888c57777947849c16940a8994438e_EndDate" hidden="1"/>
          <p:cNvSpPr txBox="1"/>
          <p:nvPr>
            <p:custDataLst>
              <p:tags r:id="rId211"/>
            </p:custDataLst>
          </p:nvPr>
        </p:nvSpPr>
        <p:spPr>
          <a:xfrm>
            <a:off x="0" y="523138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12" name="OTLSHAPE_T_8e888c57777947849c16940a8994438e_Duration"/>
          <p:cNvSpPr txBox="1"/>
          <p:nvPr>
            <p:custDataLst>
              <p:tags r:id="rId212"/>
            </p:custDataLst>
          </p:nvPr>
        </p:nvSpPr>
        <p:spPr>
          <a:xfrm>
            <a:off x="9955868" y="6483495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213" name="OTLSHAPE_T_8e888c57777947849c16940a8994438e_JoinedDate"/>
          <p:cNvSpPr txBox="1"/>
          <p:nvPr>
            <p:custDataLst>
              <p:tags r:id="rId213"/>
            </p:custDataLst>
          </p:nvPr>
        </p:nvSpPr>
        <p:spPr>
          <a:xfrm>
            <a:off x="10384027" y="6483495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>
                <a:solidFill>
                  <a:schemeClr val="dk1"/>
                </a:solidFill>
                <a:latin typeface="Calibri" panose="020F0502020204030204" pitchFamily="34" charset="0"/>
              </a:rPr>
              <a:t>Dec 6</a:t>
            </a:r>
          </a:p>
        </p:txBody>
      </p:sp>
      <p:sp>
        <p:nvSpPr>
          <p:cNvPr id="214" name="OTLSHAPE_T_8e888c57777947849c16940a8994438e_Title"/>
          <p:cNvSpPr txBox="1"/>
          <p:nvPr>
            <p:custDataLst>
              <p:tags r:id="rId214"/>
            </p:custDataLst>
          </p:nvPr>
        </p:nvSpPr>
        <p:spPr>
          <a:xfrm>
            <a:off x="127000" y="6475748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14">
                <a:solidFill>
                  <a:schemeClr val="dk1"/>
                </a:solidFill>
                <a:latin typeface="Calibri" panose="020F0502020204030204" pitchFamily="34" charset="0"/>
              </a:rPr>
              <a:t>ReRoute FTP Traffic</a:t>
            </a:r>
          </a:p>
        </p:txBody>
      </p:sp>
      <p:sp>
        <p:nvSpPr>
          <p:cNvPr id="215" name="OTLSHAPE_T_2dd4b4f3229d4e3baf15b85a918d91ec_Shape"/>
          <p:cNvSpPr/>
          <p:nvPr>
            <p:custDataLst>
              <p:tags r:id="rId215"/>
            </p:custDataLst>
          </p:nvPr>
        </p:nvSpPr>
        <p:spPr>
          <a:xfrm>
            <a:off x="10470160" y="6692114"/>
            <a:ext cx="800100" cy="155025"/>
          </a:xfrm>
          <a:prstGeom prst="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TLSHAPE_T_2dd4b4f3229d4e3baf15b85a918d91ec_ShapePercentage" hidden="1"/>
          <p:cNvSpPr/>
          <p:nvPr>
            <p:custDataLst>
              <p:tags r:id="rId216"/>
            </p:custDataLst>
          </p:nvPr>
        </p:nvSpPr>
        <p:spPr>
          <a:xfrm>
            <a:off x="10470160" y="54477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TLSHAPE_T_2dd4b4f3229d4e3baf15b85a918d91ec_TextPercentage" hidden="1"/>
          <p:cNvSpPr txBox="1"/>
          <p:nvPr>
            <p:custDataLst>
              <p:tags r:id="rId217"/>
            </p:custDataLst>
          </p:nvPr>
        </p:nvSpPr>
        <p:spPr>
          <a:xfrm>
            <a:off x="0" y="544000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8" name="OTLSHAPE_T_2dd4b4f3229d4e3baf15b85a918d91ec_StartDate" hidden="1"/>
          <p:cNvSpPr txBox="1"/>
          <p:nvPr>
            <p:custDataLst>
              <p:tags r:id="rId218"/>
            </p:custDataLst>
          </p:nvPr>
        </p:nvSpPr>
        <p:spPr>
          <a:xfrm>
            <a:off x="0" y="544000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19" name="OTLSHAPE_T_2dd4b4f3229d4e3baf15b85a918d91ec_EndDate" hidden="1"/>
          <p:cNvSpPr txBox="1"/>
          <p:nvPr>
            <p:custDataLst>
              <p:tags r:id="rId219"/>
            </p:custDataLst>
          </p:nvPr>
        </p:nvSpPr>
        <p:spPr>
          <a:xfrm>
            <a:off x="0" y="544000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0" name="OTLSHAPE_T_2dd4b4f3229d4e3baf15b85a918d91ec_JoinedDate"/>
          <p:cNvSpPr txBox="1"/>
          <p:nvPr>
            <p:custDataLst>
              <p:tags r:id="rId220"/>
            </p:custDataLst>
          </p:nvPr>
        </p:nvSpPr>
        <p:spPr>
          <a:xfrm>
            <a:off x="11309409" y="669211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>
                <a:solidFill>
                  <a:schemeClr val="dk1"/>
                </a:solidFill>
                <a:latin typeface="Calibri" panose="020F0502020204030204" pitchFamily="34" charset="0"/>
              </a:rPr>
              <a:t>Dec 11 - Dec 31</a:t>
            </a:r>
          </a:p>
        </p:txBody>
      </p:sp>
      <p:sp>
        <p:nvSpPr>
          <p:cNvPr id="221" name="OTLSHAPE_T_2dd4b4f3229d4e3baf15b85a918d91ec_Duration"/>
          <p:cNvSpPr txBox="1"/>
          <p:nvPr>
            <p:custDataLst>
              <p:tags r:id="rId221"/>
            </p:custDataLst>
          </p:nvPr>
        </p:nvSpPr>
        <p:spPr>
          <a:xfrm>
            <a:off x="10670074" y="6692114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>
                <a:solidFill>
                  <a:schemeClr val="dk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222" name="OTLSHAPE_T_2dd4b4f3229d4e3baf15b85a918d91ec_Title"/>
          <p:cNvSpPr txBox="1"/>
          <p:nvPr>
            <p:custDataLst>
              <p:tags r:id="rId222"/>
            </p:custDataLst>
          </p:nvPr>
        </p:nvSpPr>
        <p:spPr>
          <a:xfrm>
            <a:off x="127000" y="6684367"/>
            <a:ext cx="1701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4">
                <a:solidFill>
                  <a:schemeClr val="dk1"/>
                </a:solidFill>
                <a:latin typeface="Calibri" panose="020F0502020204030204" pitchFamily="34" charset="0"/>
              </a:rPr>
              <a:t>Decommission Hardware CSX</a:t>
            </a:r>
          </a:p>
        </p:txBody>
      </p:sp>
      <p:sp>
        <p:nvSpPr>
          <p:cNvPr id="223" name="Title 1"/>
          <p:cNvSpPr txBox="1">
            <a:spLocks/>
          </p:cNvSpPr>
          <p:nvPr/>
        </p:nvSpPr>
        <p:spPr>
          <a:xfrm>
            <a:off x="2690170" y="755573"/>
            <a:ext cx="9144000" cy="101123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Cubic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4688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pudWxsLCJFZGl0aW9uIjoiUGx1cyIsIklzUGx1c0VkaXRpb24iOnRydWV9LCJFZmZlY3QiOjEsIlN0eWxlIjp7IiRpZCI6IjMiLCJUaW1lYmFuZFN0eWxlIjp7IiRpZCI6IjQiLCJTY2FsZU1hcmtpbmciOjAsIlNoYXBlIjowLCJTaGFwZVN0eWxlIjp7IiRpZCI6IjUiLCJNYXJnaW4iOnsiJGlkIjoiNiIsIlRvcCI6MCwiTGVmdCI6MTIsIlJpZ2h0IjoxMiwiQm90dG9tIjowfSwiUGFkZGluZyI6eyIkaWQiOiI3IiwiVG9wIjo1LCJMZWZ0IjowLCJSaWdodCI6MCwiQm90dG9tIjo1fSwiQmFja2dyb3VuZCI6eyIkaWQiOiI4IiwiQ29sb3IiOnsiJGlkIjoiOSIsIkEiOjI1NSwiUiI6MzEsIkciOjczLCJCIjoxMjV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UsIkJvdHRvbSI6MH0sIlBhZGRpbmciOnsiJGlkIjoiMTgiLCJUb3AiOjAsIkxlZnQiOjAsIlJpZ2h0IjowLCJCb3R0b20iOjB9LCJCYWNrZ3JvdW5kIjp7IiRpZCI6IjE5IiwiQ29sb3IiOnsiJGlkIjoiMjAiLCJBIjo4OSwiUiI6MCwiRyI6MCwiQiI6MH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yZWYiOiIyMCJ9fSwiSXNWaXNpYmxlIjp0cnVlLCJXaWR0aCI6MC4wLCJIZWlnaHQiOjAuMCwiQm9yZGVyU3R5bGUiOm51bGwsIlBhcmVudFN0eWxlIjpudWxsfSwiVG9kYXlUZXh0U3R5bGUiOnsiJGlkIjoiMjgiLCJGb250U2V0dGluZ3MiOnsiJGlkIjoiMjkiLCJGb250U2l6ZSI6OS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IiLCJUb3AiOjAsIkxlZnQiOjAsIlJpZ2h0IjowLCJCb3R0b20iOjB9LCJQYWRkaW5nIjp7IiRpZCI6IjMzIiwiVG9wIjowLCJMZWZ0IjowLCJSaWdodCI6MCwiQm90dG9tIjowfSwiQmFja2dyb3VuZCI6eyIkaWQiOiIzNCIsIkNvbG9yIjp7IiRyZWYiOiIyMCJ9fSwiSXNWaXNpYmxlIjp0cnV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iLCJUb3AiOjAsIkxlZnQiOjUsIlJpZ2h0IjowLCJCb3R0b20iOjB9LCJQYWRkaW5nIjp7IiRpZCI6IjQ1IiwiVG9wIjowLCJMZWZ0IjowLCJSaWdodCI6MCwiQm90dG9tIjowfSwiQmFja2dyb3VuZCI6eyIkaWQiOiI0NiIsIkNvbG9yIjp7IiRyZWYiOiIyMCJ9fSwiSXNWaXNpYmxlIjp0cnVlLCJXaWR0aCI6MC4wLCJIZWlnaHQiOjAuMCwiQm9yZGVyU3R5bGUiOm51bGwsIlBhcmVudFN0eWxlIjpudWxsfSwiRWxhcHNlZFRpbWVCYWNrZ3JvdW5kIjp7IiRpZCI6IjQ3IiwiQ29sb3IiOnsiJGlkIjoiNDgiLCJBIjoxOTEsIlIiOjI1NSwiRyI6MCwiQiI6MH19LCJBcHBlbmRZZWFyT25ZZWFyQ2hhbmdlIjp0cnVlLCJFbGFwc2VkVGltZUZvcm1hdCI6MiwiVG9kYXlNYXJrZXJQb3NpdGlvbiI6MywiUXVpY2tQb3NpdGlvbiI6MywiQWJzb2x1dGVQb3NpdGlvbiI6MTk0LjQwMDAwOSwiTWFyZ2luIjp7IiRpZCI6IjQ5IiwiVG9wIjowLCJMZWZ0IjoxMCwiUmlnaHQiOjEwLCJCb3R0b20iOjB9LCJQYWRkaW5nIjp7IiRpZCI6IjUwIiwiVG9wIjowLCJMZWZ0IjowLCJSaWdodCI6MCwiQm90dG9tIjowfSwiQmFja2dyb3VuZCI6eyIkaWQiOiI1MSIsIkNvbG9yIjp7IiRpZCI6IjUyIiwiQSI6MjU1LCJSIjozMSwiRyI6NzMsIkIiOjEyNX19LCJJc1Zpc2libGUiOnRydWUsIldpZHRoIjowLjAsIkhlaWdodCI6MC4wLCJCb3JkZXJTdHlsZSI6bnVsbCwiUGFyZW50U3R5bGUiOm51bGx9LCJEZWZhdWx0TWlsZXN0b25lU3R5bGUiOnsiJGlkIjoiNTMiLCJTaGFwZSI6MCwiQ29ubmVjdG9yTWFyZ2luIjp7IiRpZCI6IjU0IiwiVG9wIjowLCJMZWZ0IjoyLCJSaWdodCI6MiwiQm90dG9tIjowfSwiQ29ubmVjdG9yU3R5bGUiOnsiJGlkIjoiNTUiLCJMaW5lQ29sb3IiOnsiJGlkIjoiNTYiLCIkdHlwZSI6Ik5MUkUuQ29tbW9uLkRvbS5Tb2xpZENvbG9yQnJ1c2gsIE5MUkUuQ29tbW9uIiwiQ29sb3IiOnsiJGlkIjoiNTciLCJBIjoxMjcsIlIiOjc5LCJHIjoxMjksIkIiOjE4OX19LCJMaW5lV2VpZ2h0IjoxLjAsIkxpbmVUeXBlIjowLCJQYXJlbnRTdHlsZSI6bnVsbH0sIklzQmVsb3dUaW1lYmFuZCI6ZmFsc2UsIkhpZGVEYXRlIjpmYWxzZSwiU2hhcGVTaXplIjoxLCJTcGFjaW5nIjox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CwiRyI6MTE0LCJCIjoxODh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EZWZhdWx0VGFza1N0eWxlIjp7IiRpZCI6IjgyIiwiU2hhcGUiOjAsIlNoYXBlVGhpY2tuZXNzIjoxLCJEdXJhdGlvbkZvcm1hdCI6MCwiSW5jbHVkZU5vbldvcmtpbmdEYXlzSW5EdXJhdGlvbiI6ZmFsc2UsIlBlcmNlbnRhZ2VDb21wbGV0ZVN0eWxlIjp7IiRpZCI6IjgzIiwiRm9udFNldHRpbmdzIjp7IiRpZCI6Ijg0IiwiRm9udFNpemUiOjEwLCJGb250TmFtZSI6IkNhbGlicmkiLCJJc0JvbGQiOmZhbHNlLCJJc0l0YWxpYyI6ZmFsc2UsIklzVW5kZXJsaW5lZCI6ZmFsc2UsIlBhcmVudFN0eWxlIjpudWxsfSwiQXV0b1NpemUiOjAsIkZvcmVncm91bmQiOnsiJGlkIjoiODUiLCJDb2xvciI6eyIkaWQiOiI4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DciLCJUb3AiOjAsIkxlZnQiOjAsIlJpZ2h0IjowLCJCb3R0b20iOjB9LCJQYWRkaW5nIjp7IiRpZCI6Ijg4IiwiVG9wIjowLCJMZWZ0IjowLCJSaWdodCI6MCwiQm90dG9tIjowfSwiQmFja2dyb3VuZCI6eyIkaWQiOiI4OSIsIkNvbG9yIjp7IiRyZWYiOiIyMCJ9fSwiSXNWaXNpYmxlIjp0cnVlLCJXaWR0aCI6MC4wLCJIZWlnaHQiOjAuMCwiQm9yZGVyU3R5bGUiOm51bGwsIlBhcmVudFN0eWxlIjpudWxsfSwiRHVyYXRpb25TdHlsZSI6eyIkaWQiOiI5MCIsIkZvbnRTZXR0aW5ncyI6eyIkaWQiOiI5MSIsIkZvbnRTaXplIjoxMCwiRm9udE5hbWUiOiJDYWxpYnJpIiwiSXNCb2xkIjpmYWxzZSwiSXNJdGFsaWMiOmZhbHNlLCJJc1VuZGVybGluZWQiOmZhbHNlLCJQYXJlbnRTdHlsZSI6bnVsbH0sIkF1dG9TaXplIjowLCJGb3JlZ3JvdW5kIjp7IiRpZCI6IjkyIiwiQ29sb3IiOnsiJGlkIjoiOTM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TQiLCJUb3AiOjAsIkxlZnQiOjAsIlJpZ2h0IjowLCJCb3R0b20iOjB9LCJQYWRkaW5nIjp7IiRpZCI6Ijk1IiwiVG9wIjowLCJMZWZ0IjowLCJSaWdodCI6MCwiQm90dG9tIjowfSwiQmFja2dyb3VuZCI6eyIkaWQiOiI5NiIsIkNvbG9yIjp7IiRyZWYiOiIyMCJ9fSwiSXNWaXNpYmxlIjp0cnVlLCJXaWR0aCI6MC4wLCJIZWlnaHQiOjAuMCwiQm9yZGVyU3R5bGUiOm51bGwsIlBhcmVudFN0eWxlIjpudWxsfSwiSG9yaXpvbnRhbENvbm5lY3RvclN0eWxlIjp7IiRpZCI6Ijk3IiwiTGluZUNvbG9yIjp7IiRpZCI6Ijk4IiwiJHR5cGUiOiJOTFJFLkNvbW1vbi5Eb20uU29saWRDb2xvckJydXNoLCBOTFJFLkNvbW1vbiIsIkNvbG9yIjp7IiRpZCI6Ijk5IiwiQSI6MjU1LCJSIjoyMDQsIkciOjIwNCwiQiI6MjA0fX0sIkxpbmVXZWlnaHQiOjEuMCwiTGluZVR5cGUiOjAsIlBhcmVudFN0eWxlIjpudWxsfSwiVmVydGljYWxDb25uZWN0b3JTdHlsZSI6eyIkaWQiOiIxMDAiLCJMaW5lQ29sb3IiOnsiJGlkIjoiMTAxIiwiJHR5cGUiOiJOTFJFLkNvbW1vbi5Eb20uU29saWRDb2xvckJydXNoLCBOTFJFLkNvbW1vbiIsIkNvbG9yIjp7IiRpZCI6IjEwMiIsIkEiOjI1NSwiUiI6MjA0LCJHIjoyMDQsIkIiOjIwNH1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xMCwiSXNCZWxvd1RpbWViYW5kIjp0cnVlLCJQZXJjZW50YWdlQ29tcGxldGVTaGFwZU9wYWNpdHkiOjM1LCJTaGFwZVN0eWxlIjp7IiRpZCI6IjEwMyIsIk1hcmdpbiI6eyIkaWQiOiIxMDQiLCJUb3AiOjAsIkxlZnQiOjQsIlJpZ2h0Ijo0LCJCb3R0b20iOjB9LCJQYWRkaW5nIjp7IiRpZCI6IjEwNSIsIlRvcCI6MCwiTGVmdCI6MCwiUmlnaHQiOjAsIkJvdHRvbSI6MH0sIkJhY2tncm91bmQiOnsiJGlkIjoiMTA2IiwiQ29sb3IiOnsiJGlkIjoiMTA3IiwiQSI6MjU1LCJSIjowLCJHIjoxMTQsIkIiOjE4OH19LCJJc1Zpc2libGUiOnRydWUsIldpZHRoIjowLjAsIkhlaWdodCI6MTYuMCwiQm9yZGVyU3R5bGUiOnsiJGlkIjoiMTA4IiwiTGluZUNvbG9yIjp7IiRpZCI6IjEwOSIsIiR0eXBlIjoiTkxSRS5Db21tb24uRG9tLlNvbGlkQ29sb3JCcnVzaCwgTkxSRS5Db21tb24iLCJDb2xvciI6eyIkaWQiOiIxMTAiLCJBIjoyNTUsIlIiOjI1NSwiRyI6MCwiQiI6MH19LCJMaW5lV2VpZ2h0IjowLjAsIkxpbmVUeXBlIjowLCJQYXJlbnRTdHlsZSI6bnVsbH0sIlBhcmVudFN0eWxlIjpudWxsfSwiVGl0bGVTdHlsZSI6eyIkaWQiOiIxMTEiLCJGb250U2V0dGluZ3MiOnsiJGlkIjoiMTEyIiwiRm9udFNpemUiOjExLCJGb250TmFtZSI6IkNhbGlicmkiLCJJc0JvbGQiOnRydWUsIklzSXRhbGljIjpmYWxzZSwiSXNVbmRlcmxpbmVkIjpmYWxzZSwiUGFyZW50U3R5bGUiOm51bGx9LCJBdXRvU2l6ZSI6MCwiRm9yZWdyb3VuZCI6eyIkaWQiOiIxMTMiLCJDb2xvciI6eyIkaWQiOiIxMTQ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1IiwiVG9wIjowLCJMZWZ0IjowLCJSaWdodCI6MCwiQm90dG9tIjowfSwiUGFkZGluZyI6eyIkaWQiOiIxMTYiLCJUb3AiOjAsIkxlZnQiOjAsIlJpZ2h0IjowLCJCb3R0b20iOjB9LCJCYWNrZ3JvdW5kIjp7IiRpZCI6IjExNyIsIkNvbG9yIjp7IiRyZWYiOiIyMCJ9fSwiSXNWaXNpYmxlIjp0cnVlLCJXaWR0aCI6MC4wLCJIZWlnaHQiOjAuMCwiQm9yZGVyU3R5bGUiOm51bGwsIlBhcmVudFN0eWxlIjpudWxsfSwiRGF0ZVN0eWxlIjp7IiRpZCI6IjExOCIsIkZvbnRTZXR0aW5ncyI6eyIkaWQiOiIxMTkiLCJGb250U2l6ZSI6MTAsIkZvbnROYW1lIjoiQ2FsaWJyaSIsIklzQm9sZCI6ZmFsc2UsIklzSXRhbGljIjpmYWxzZSwiSXNVbmRlcmxpbmVkIjpmYWxzZSwiUGFyZW50U3R5bGUiOm51bGx9LCJBdXRvU2l6ZSI6MCwiRm9yZWdyb3VuZCI6eyIkaWQiOiIxMjAiLCJDb2xvciI6eyIkaWQiOiIxM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IyIiwiVG9wIjowLCJMZWZ0IjowLCJSaWdodCI6MCwiQm90dG9tIjowfSwiUGFkZGluZyI6eyIkaWQiOiIxMjMiLCJUb3AiOjAsIkxlZnQiOjAsIlJpZ2h0IjowLCJCb3R0b20iOjB9LCJCYWNrZ3JvdW5kIjp7IiRpZCI6IjEyNCIsIkNvbG9yIjp7IiRyZWYiOiIyMCJ9fSwiSXNWaXNpYmxlIjp0cnVlLCJXaWR0aCI6MC4wLCJIZWlnaHQiOjAuMCwiQm9yZGVyU3R5bGUiOm51bGwsIlBhcmVudFN0eWxlIjpudWxsfSwiRGF0ZUZvcm1hdCI6eyIkaWQiOiIxMjU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wsIl9leHBsaWNpdGx5U2V0Ijp7IiRpZCI6IjEyNiIsIlNoYXBlU3R5bGUiOmZhbHNlLCJUaXRsZVN0eWxlIjpmYWxzZSwiRGF0ZVN0eWxlIjpmYWxzZSwiSG9yaXpvbnRhbENvbm5lY3RvclN0eWxlIjpmYWxzZSwiVmVydGljYWxDb25uZWN0b3JTdHlsZSI6ZmFsc2UsIlBlcmNlbnRhZ2VDb21wbGV0ZVNoYXBlT3BhY2l0eSI6ZmFsc2UsIkR1cmF0aW9uRm9ybWF0IjpmYWxzZSwiRHVyYXRpb25Qb3NpdGlvbiI6ZmFsc2UsIkVuZERhdGVQb3NpdGlvbiI6ZmFsc2UsIklzQmVsb3dUaW1lYmFuZCI6ZmFsc2UsIlBlcmNlbnRhZ2VDb21wbGV0ZWRQb3NpdGlvbiI6ZmFsc2UsIlNoYXBlIjpmYWxzZSwiU2hhcGVUaGlja25lc3MiOmZhbHNlLCJTcGFjaW5nIjpmYWxzZSwiU3RhcnREYXRlUG9zaXRpb24iOmZhbHNlLCJUaXRsZVBvc2l0aW9uIjpmYWxzZSwiRGF0ZUZvcm1hdCI6ZmFsc2UsIklzVmlzaWJsZSI6ZmFsc2UsIk1hcmdpbiI6ZmFsc2V9fSwiU2hvd0VsYXBzZWRUaW1lR3JhZGllbnRTdHlsZSI6ZmFsc2V9LCJTY2FsZSI6eyIkaWQiOiIxMjciLCJTdGFydERhdGUiOiIyMDE4LTAxLTEwVDIzOjU5OjU5Ljk5OVoiLCJFbmREYXRlIjoiMjAxOC0xMi0yMFQyMzo1OTo1OS45OTlaIiwiRm9ybWF0IjoiTU1NIiwiVHlwZSI6MiwiQXV0b0RhdGVSYW5nZSI6dHJ1ZSwiV29ya2luZ0RheXMiOjMxLCJUb2RheU1hcmtlclRleHQiOiJUb2RheSIsIkF1dG9TY2FsZVR5cGUiOnRydWV9LCJNaWxlc3RvbmVzIjpbXSwiVGFza3MiOlt7IiRpZCI6IjEyOCIsIkdyb3VwTmFtZSI6bnVsbCwiU3RhcnREYXRlIjoiMjAxOS0wMi0wMVQwMDowMDowMCIsIkVuZERhdGUiOiIyMDE5LTAzLTAxVDIzOjU5OjAwIiwiUGVyY2VudGFnZUNvbXBsZXRlIjpudWxsLCJTdHlsZSI6eyIkaWQiOiIxMjkiLCJTaGFwZSI6MCwiU2hhcGVUaGlja25lc3MiOjEsIkR1cmF0aW9uRm9ybWF0IjowLCJJbmNsdWRlTm9uV29ya2luZ0RheXNJbkR1cmF0aW9uIjpmYWxzZSwiUGVyY2VudGFnZUNvbXBsZXRlU3R5bGUiOnsiJGlkIjoiMTMwIiwiRm9udFNldHRpbmdzIjp7IiRpZCI6IjEzMSIsIkZvbnRTaXplIjoxMCwiRm9udE5hbWUiOiJDYWxpYnJpIiwiSXNCb2xkIjpmYWxzZSwiSXNJdGFsaWMiOmZhbHNlLCJJc1VuZGVybGluZWQiOmZhbHNlLCJQYXJlbnRTdHlsZSI6bnVsbH0sIkF1dG9TaXplIjowLCJGb3JlZ3JvdW5kIjp7IiRpZCI6IjEzMiIsIkNvbG9yIjp7IiRyZWYiOiI4NiJ9fSwiTWF4V2lkdGgiOjIwMC4wLCJNYXhIZWlnaHQiOiJJbmZpbml0eSIsIlNtYXJ0Rm9yZWdyb3VuZElzQWN0aXZlIjpmYWxzZSwiSG9yaXpvbnRhbEFsaWdubWVudCI6MCwiVmVydGljYWxBbGlnbm1lbnQiOjAsIlNtYXJ0Rm9yZWdyb3VuZCI6bnVsbCwiQmFja2dyb3VuZEZpbGxUeXBlIjowLCJNYXJnaW4iOnsiJGlkIjoiMTMzIiwiVG9wIjowLCJMZWZ0IjowLCJSaWdodCI6MCwiQm90dG9tIjowfSwiUGFkZGluZyI6eyIkaWQiOiIxMzQiLCJUb3AiOjAsIkxlZnQiOjAsIlJpZ2h0IjowLCJCb3R0b20iOjB9LCJCYWNrZ3JvdW5kIjp7IiRyZWYiOiI4OSJ9LCJJc1Zpc2libGUiOnRydWUsIldpZHRoIjowLjAsIkhlaWdodCI6MC4wLCJCb3JkZXJTdHlsZSI6eyIkaWQiOiIxMzUiLCJMaW5lQ29sb3IiOm51bGwsIkxpbmVXZWlnaHQiOjAuMCwiTGluZVR5cGUiOjAsIlBhcmVudFN0eWxlIjpudWxsfSwiUGFyZW50U3R5bGUiOm51bGx9LCJEdXJhdGlvblN0eWxlIjp7IiRpZCI6IjEzNiIsIkZvbnRTZXR0aW5ncyI6eyIkaWQiOiIxMzciLCJGb250U2l6ZSI6MTAsIkZvbnROYW1lIjoiQ2FsaWJyaSIsIklzQm9sZCI6ZmFsc2UsIklzSXRhbGljIjpmYWxzZSwiSXNVbmRlcmxpbmVkIjpmYWxzZSwiUGFyZW50U3R5bGUiOm51bGx9LCJBdXRvU2l6ZSI6MCwiRm9yZWdyb3VuZCI6eyIkaWQiOiIxMzgiLCJDb2xvciI6eyIkcmVmIjoiOTMifX0sIk1heFdpZHRoIjoyMDAuMCwiTWF4SGVpZ2h0IjoiSW5maW5pdHkiLCJTbWFydEZvcmVncm91bmRJc0FjdGl2ZSI6ZmFsc2UsIkhvcml6b250YWxBbGlnbm1lbnQiOjAsIlZlcnRpY2FsQWxpZ25tZW50IjowLCJTbWFydEZvcmVncm91bmQiOm51bGwsIkJhY2tncm91bmRGaWxsVHlwZSI6MCwiTWFyZ2luIjp7IiRpZCI6IjEzOSIsIlRvcCI6MCwiTGVmdCI6MCwiUmlnaHQiOjAsIkJvdHRvbSI6MH0sIlBhZGRpbmciOnsiJGlkIjoiMTQwIiwiVG9wIjowLCJMZWZ0IjowLCJSaWdodCI6MCwiQm90dG9tIjowfSwiQmFja2dyb3VuZCI6eyIkcmVmIjoiOTYifSwiSXNWaXNpYmxlIjp0cnVlLCJXaWR0aCI6MC4wLCJIZWlnaHQiOjAuMCwiQm9yZGVyU3R5bGUiOnsiJGlkIjoiMTQxIiwiTGluZUNvbG9yIjpudWxsLCJMaW5lV2VpZ2h0IjowLjAsIkxpbmVUeXBlIjowLCJQYXJlbnRTdHlsZSI6bnVsbH0sIlBhcmVudFN0eWxlIjpudWxsfSwiSG9yaXpvbnRhbENvbm5lY3RvclN0eWxlIjp7IiRpZCI6IjE0MiIsIkxpbmVDb2xvciI6eyIkcmVmIjoiOTgifSwiTGluZVdlaWdodCI6MS4wLCJMaW5lVHlwZSI6MCwiUGFyZW50U3R5bGUiOm51bGx9LCJWZXJ0aWNhbENvbm5lY3RvclN0eWxlIjp7IiRpZCI6IjE0My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EwLCJJc0JlbG93VGltZWJhbmQiOnRydWUsIlBlcmNlbnRhZ2VDb21wbGV0ZVNoYXBlT3BhY2l0eSI6MzUsIlNoYXBlU3R5bGUiOnsiJGlkIjoiMTQ0IiwiTWFyZ2luIjp7IiRpZCI6IjE0NSIsIlRvcCI6MCwiTGVmdCI6NCwiUmlnaHQiOjQsIkJvdHRvbSI6MH0sIlBhZGRpbmciOnsiJGlkIjoiMTQ2IiwiVG9wIjowLCJMZWZ0IjowLCJSaWdodCI6MCwiQm90dG9tIjowfSwiQmFja2dyb3VuZCI6eyIkaWQiOiIxNDciLCJDb2xvciI6eyIkaWQiOiIxNDgiLCJBIjoyNTUsIlIiOjI0NywiRyI6MTUwLCJCIjo3MH19LCJJc1Zpc2libGUiOnRydWUsIldpZHRoIjowLjAsIkhlaWdodCI6MTYuMCwiQm9yZGVyU3R5bGUiOnsiJGlkIjoiMTQ5IiwiTGluZUNvbG9yIjp7IiRyZWYiOiIxMDkifSwiTGluZVdlaWdodCI6MC4wLCJMaW5lVHlwZSI6MCwiUGFyZW50U3R5bGUiOm51bGx9LCJQYXJlbnRTdHlsZSI6bnVsbH0sIlRpdGxlU3R5bGUiOnsiJGlkIjoiMTUwIiwiRm9udFNldHRpbmdzIjp7IiRpZCI6IjE1MSIsIkZvbnRTaXplIjoxMSwiRm9udE5hbWUiOiJDYWxpYnJpIiwiSXNCb2xkIjp0cnVlLCJJc0l0YWxpYyI6ZmFsc2UsIklzVW5kZXJsaW5lZCI6ZmFsc2UsIlBhcmVudFN0eWxlIjpudWxsfSwiQXV0b1NpemUiOjAsIkZvcmVncm91bmQiOnsiJGlkIjoiMTUyIiwiQ29sb3IiOnsiJHJlZiI6IjExNCJ9fSwiTWF4V2lkdGgiOjk2MC4wLCJNYXhIZWlnaHQiOiJJbmZpbml0eSIsIlNtYXJ0Rm9yZWdyb3VuZElzQWN0aXZlIjpmYWxzZSwiSG9yaXpvbnRhbEFsaWdubWVudCI6MCwiVmVydGljYWxBbGlnbm1lbnQiOjAsIlNtYXJ0Rm9yZWdyb3VuZCI6bnVsbCwiQmFja2dyb3VuZEZpbGxUeXBlIjowLCJNYXJnaW4iOnsiJGlkIjoiMTUzIiwiVG9wIjowLCJMZWZ0IjowLCJSaWdodCI6MCwiQm90dG9tIjowfSwiUGFkZGluZyI6eyIkaWQiOiIxNTQiLCJUb3AiOjAsIkxlZnQiOjAsIlJpZ2h0IjowLCJCb3R0b20iOjB9LCJCYWNrZ3JvdW5kIjp7IiRyZWYiOiIxMTcifSwiSXNWaXNpYmxlIjp0cnVlLCJXaWR0aCI6MC4wLCJIZWlnaHQiOjAuMCwiQm9yZGVyU3R5bGUiOnsiJGlkIjoiMTU1IiwiTGluZUNvbG9yIjpudWxsLCJMaW5lV2VpZ2h0IjowLjAsIkxpbmVUeXBlIjowLCJQYXJlbnRTdHlsZSI6bnVsbH0sIlBhcmVudFN0eWxlIjpudWxsfSwiRGF0ZVN0eWxlIjp7IiRpZCI6IjE1NiIsIkZvbnRTZXR0aW5ncyI6eyIkaWQiOiIxNTciLCJGb250U2l6ZSI6MTAsIkZvbnROYW1lIjoiQ2FsaWJyaSIsIklzQm9sZCI6ZmFsc2UsIklzSXRhbGljIjpmYWxzZSwiSXNVbmRlcmxpbmVkIjpmYWxzZSwiUGFyZW50U3R5bGUiOm51bGx9LCJBdXRvU2l6ZSI6MCwiRm9yZWdyb3VuZCI6eyIkaWQiOiIxNTgiLCJDb2xvciI6eyIkcmVmIjoiMTIxIn19LCJNYXhXaWR0aCI6MjAwLjAsIk1heEhlaWdodCI6IkluZmluaXR5IiwiU21hcnRGb3JlZ3JvdW5kSXNBY3RpdmUiOmZhbHNlLCJIb3Jpem9udGFsQWxpZ25tZW50IjowLCJWZXJ0aWNhbEFsaWdubWVudCI6MCwiU21hcnRGb3JlZ3JvdW5kIjpudWxsLCJCYWNrZ3JvdW5kRmlsbFR5cGUiOjAsIk1hcmdpbiI6eyIkaWQiOiIxNTkiLCJUb3AiOjAsIkxlZnQiOjAsIlJpZ2h0IjowLCJCb3R0b20iOjB9LCJQYWRkaW5nIjp7IiRpZCI6IjE2MCIsIlRvcCI6MCwiTGVmdCI6MCwiUmlnaHQiOjAsIkJvdHRvbSI6MH0sIkJhY2tncm91bmQiOnsiJHJlZiI6IjEyNCJ9LCJJc1Zpc2libGUiOnRydWUsIldpZHRoIjowLjAsIkhlaWdodCI6MC4wLCJCb3JkZXJTdHlsZSI6eyIkaWQiOiIxNjEiLCJMaW5lQ29sb3IiOm51bGwsIkxpbmVXZWlnaHQiOjAuMCwiTGluZVR5cGUiOjAsIlBhcmVudFN0eWxlIjpudWxsfSwiUGFyZW50U3R5bGUiOm51bGx9LCJEYXRlRm9ybWF0Ijp7IiRpZCI6IjE2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wLCJTbWFydER1cmF0aW9uQWN0aXZhdGVkIjpmYWxzZSwiRGF0ZUZvcm1hdCI6eyIkcmVmIjoiMTYyIn0sIklkIjoiY2VlOGU1M2MtNWNkYy00YjNiLWFmY2QtYjQwY2JlNTY5NmVkIiwiSW1wb3J0SWQiOiIxIiwiVGl0bGUiOiJQbGFubmluZyIsIk5vdGUiOm51bGwsIkh5cGVybGluayI6bnVsbCwiSXNDaGFuZ2VkIjpmYWxzZSwiSXNOZXciOmZhbHNlfSx7IiRpZCI6IjE2MyIsIkdyb3VwTmFtZSI6bnVsbCwiU3RhcnREYXRlIjoiMjAxOS0wMy0xNVQwMDowMDowMCIsIkVuZERhdGUiOiIyMDE5LTA1LTAxVDIzOjU5OjAwIiwiUGVyY2VudGFnZUNvbXBsZXRlIjpudWxsLCJTdHlsZSI6eyIkaWQiOiIxNjQiLCJTaGFwZSI6MCwiU2hhcGVUaGlja25lc3MiOjEsIkR1cmF0aW9uRm9ybWF0IjowLCJJbmNsdWRlTm9uV29ya2luZ0RheXNJbkR1cmF0aW9uIjpmYWxzZSwiUGVyY2VudGFnZUNvbXBsZXRlU3R5bGUiOnsiJGlkIjoiMTY1IiwiRm9udFNldHRpbmdzIjp7IiRpZCI6IjE2NiIsIkZvbnRTaXplIjoxMCwiRm9udE5hbWUiOiJDYWxpYnJpIiwiSXNCb2xkIjpmYWxzZSwiSXNJdGFsaWMiOmZhbHNlLCJJc1VuZGVybGluZWQiOmZhbHNlLCJQYXJlbnRTdHlsZSI6bnVsbH0sIkF1dG9TaXplIjowLCJGb3JlZ3JvdW5kIjp7IiRpZCI6IjE2NyIsIkNvbG9yIjp7IiRyZWYiOiI4NiJ9fSwiTWF4V2lkdGgiOjIwMC4wLCJNYXhIZWlnaHQiOiJJbmZpbml0eSIsIlNtYXJ0Rm9yZWdyb3VuZElzQWN0aXZlIjpmYWxzZSwiSG9yaXpvbnRhbEFsaWdubWVudCI6MCwiVmVydGljYWxBbGlnbm1lbnQiOjAsIlNtYXJ0Rm9yZWdyb3VuZCI6bnVsbCwiQmFja2dyb3VuZEZpbGxUeXBlIjowLCJNYXJnaW4iOnsiJGlkIjoiMTY4IiwiVG9wIjowLCJMZWZ0IjowLCJSaWdodCI6MCwiQm90dG9tIjowfSwiUGFkZGluZyI6eyIkaWQiOiIxNjkiLCJUb3AiOjAsIkxlZnQiOjAsIlJpZ2h0IjowLCJCb3R0b20iOjB9LCJCYWNrZ3JvdW5kIjp7IiRyZWYiOiI4OSJ9LCJJc1Zpc2libGUiOnRydWUsIldpZHRoIjowLjAsIkhlaWdodCI6MC4wLCJCb3JkZXJTdHlsZSI6eyIkaWQiOiIxNzAiLCJMaW5lQ29sb3IiOm51bGwsIkxpbmVXZWlnaHQiOjAuMCwiTGluZVR5cGUiOjAsIlBhcmVudFN0eWxlIjpudWxsfSwiUGFyZW50U3R5bGUiOm51bGx9LCJEdXJhdGlvblN0eWxlIjp7IiRpZCI6IjE3MSIsIkZvbnRTZXR0aW5ncyI6eyIkaWQiOiIxNzIiLCJGb250U2l6ZSI6MTAsIkZvbnROYW1lIjoiQ2FsaWJyaSIsIklzQm9sZCI6ZmFsc2UsIklzSXRhbGljIjpmYWxzZSwiSXNVbmRlcmxpbmVkIjpmYWxzZSwiUGFyZW50U3R5bGUiOm51bGx9LCJBdXRvU2l6ZSI6MCwiRm9yZWdyb3VuZCI6eyIkaWQiOiIxNzMiLCJDb2xvciI6eyIkcmVmIjoiOTMifX0sIk1heFdpZHRoIjoyMDAuMCwiTWF4SGVpZ2h0IjoiSW5maW5pdHkiLCJTbWFydEZvcmVncm91bmRJc0FjdGl2ZSI6ZmFsc2UsIkhvcml6b250YWxBbGlnbm1lbnQiOjAsIlZlcnRpY2FsQWxpZ25tZW50IjowLCJTbWFydEZvcmVncm91bmQiOm51bGwsIkJhY2tncm91bmRGaWxsVHlwZSI6MCwiTWFyZ2luIjp7IiRpZCI6IjE3NCIsIlRvcCI6MCwiTGVmdCI6MCwiUmlnaHQiOjAsIkJvdHRvbSI6MH0sIlBhZGRpbmciOnsiJGlkIjoiMTc1IiwiVG9wIjowLCJMZWZ0IjowLCJSaWdodCI6MCwiQm90dG9tIjowfSwiQmFja2dyb3VuZCI6eyIkcmVmIjoiOTYifSwiSXNWaXNpYmxlIjp0cnVlLCJXaWR0aCI6MC4wLCJIZWlnaHQiOjAuMCwiQm9yZGVyU3R5bGUiOnsiJGlkIjoiMTc2IiwiTGluZUNvbG9yIjpudWxsLCJMaW5lV2VpZ2h0IjowLjAsIkxpbmVUeXBlIjowLCJQYXJlbnRTdHlsZSI6bnVsbH0sIlBhcmVudFN0eWxlIjpudWxsfSwiSG9yaXpvbnRhbENvbm5lY3RvclN0eWxlIjp7IiRpZCI6IjE3NyIsIkxpbmVDb2xvciI6eyIkcmVmIjoiOTgifSwiTGluZVdlaWdodCI6MS4wLCJMaW5lVHlwZSI6MCwiUGFyZW50U3R5bGUiOm51bGx9LCJWZXJ0aWNhbENvbm5lY3RvclN0eWxlIjp7IiRpZCI6IjE3OC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EwLCJJc0JlbG93VGltZWJhbmQiOnRydWUsIlBlcmNlbnRhZ2VDb21wbGV0ZVNoYXBlT3BhY2l0eSI6MzUsIlNoYXBlU3R5bGUiOnsiJGlkIjoiMTc5IiwiTWFyZ2luIjp7IiRpZCI6IjE4MCIsIlRvcCI6MCwiTGVmdCI6NCwiUmlnaHQiOjQsIkJvdHRvbSI6MH0sIlBhZGRpbmciOnsiJGlkIjoiMTgxIiwiVG9wIjowLCJMZWZ0IjowLCJSaWdodCI6MCwiQm90dG9tIjowfSwiQmFja2dyb3VuZCI6eyIkaWQiOiIxODIiLCJDb2xvciI6eyIkaWQiOiIxODMiLCJBIjoyNTUsIlIiOjc1LCJHIjoxNzIsIkIiOjE5OH19LCJJc1Zpc2libGUiOnRydWUsIldpZHRoIjowLjAsIkhlaWdodCI6MTYuMCwiQm9yZGVyU3R5bGUiOnsiJGlkIjoiMTg0IiwiTGluZUNvbG9yIjp7IiRyZWYiOiIxMDkifSwiTGluZVdlaWdodCI6MC4wLCJMaW5lVHlwZSI6MCwiUGFyZW50U3R5bGUiOm51bGx9LCJQYXJlbnRTdHlsZSI6bnVsbH0sIlRpdGxlU3R5bGUiOnsiJGlkIjoiMTg1IiwiRm9udFNldHRpbmdzIjp7IiRpZCI6IjE4NiIsIkZvbnRTaXplIjoxMSwiRm9udE5hbWUiOiJDYWxpYnJpIiwiSXNCb2xkIjp0cnVlLCJJc0l0YWxpYyI6ZmFsc2UsIklzVW5kZXJsaW5lZCI6ZmFsc2UsIlBhcmVudFN0eWxlIjpudWxsfSwiQXV0b1NpemUiOjAsIkZvcmVncm91bmQiOnsiJGlkIjoiMTg3IiwiQ29sb3IiOnsiJHJlZiI6IjExNCJ9fSwiTWF4V2lkdGgiOjk2MC4wLCJNYXhIZWlnaHQiOiJJbmZpbml0eSIsIlNtYXJ0Rm9yZWdyb3VuZElzQWN0aXZlIjpmYWxzZSwiSG9yaXpvbnRhbEFsaWdubWVudCI6MCwiVmVydGljYWxBbGlnbm1lbnQiOjAsIlNtYXJ0Rm9yZWdyb3VuZCI6bnVsbCwiQmFja2dyb3VuZEZpbGxUeXBlIjowLCJNYXJnaW4iOnsiJGlkIjoiMTg4IiwiVG9wIjowLCJMZWZ0IjowLCJSaWdodCI6MCwiQm90dG9tIjowfSwiUGFkZGluZyI6eyIkaWQiOiIxODkiLCJUb3AiOjAsIkxlZnQiOjAsIlJpZ2h0IjowLCJCb3R0b20iOjB9LCJCYWNrZ3JvdW5kIjp7IiRyZWYiOiIxMTcifSwiSXNWaXNpYmxlIjp0cnVlLCJXaWR0aCI6MC4wLCJIZWlnaHQiOjAuMCwiQm9yZGVyU3R5bGUiOnsiJGlkIjoiMTkwIiwiTGluZUNvbG9yIjpudWxsLCJMaW5lV2VpZ2h0IjowLjAsIkxpbmVUeXBlIjowLCJQYXJlbnRTdHlsZSI6bnVsbH0sIlBhcmVudFN0eWxlIjpudWxsfSwiRGF0ZVN0eWxlIjp7IiRpZCI6IjE5MSIsIkZvbnRTZXR0aW5ncyI6eyIkaWQiOiIxOTIiLCJGb250U2l6ZSI6MTAsIkZvbnROYW1lIjoiQ2FsaWJyaSIsIklzQm9sZCI6ZmFsc2UsIklzSXRhbGljIjpmYWxzZSwiSXNVbmRlcmxpbmVkIjpmYWxzZSwiUGFyZW50U3R5bGUiOm51bGx9LCJBdXRvU2l6ZSI6MCwiRm9yZWdyb3VuZCI6eyIkaWQiOiIxOTMiLCJDb2xvciI6eyIkcmVmIjoiMTIxIn19LCJNYXhXaWR0aCI6MjAwLjAsIk1heEhlaWdodCI6IkluZmluaXR5IiwiU21hcnRGb3JlZ3JvdW5kSXNBY3RpdmUiOmZhbHNlLCJIb3Jpem9udGFsQWxpZ25tZW50IjowLCJWZXJ0aWNhbEFsaWdubWVudCI6MCwiU21hcnRGb3JlZ3JvdW5kIjpudWxsLCJCYWNrZ3JvdW5kRmlsbFR5cGUiOjAsIk1hcmdpbiI6eyIkaWQiOiIxOTQiLCJUb3AiOjAsIkxlZnQiOjAsIlJpZ2h0IjowLCJCb3R0b20iOjB9LCJQYWRkaW5nIjp7IiRpZCI6IjE5NSIsIlRvcCI6MCwiTGVmdCI6MCwiUmlnaHQiOjAsIkJvdHRvbSI6MH0sIkJhY2tncm91bmQiOnsiJHJlZiI6IjEyNCJ9LCJJc1Zpc2libGUiOnRydWUsIldpZHRoIjowLjAsIkhlaWdodCI6MC4wLCJCb3JkZXJTdHlsZSI6eyIkaWQiOiIxOTYiLCJMaW5lQ29sb3IiOm51bGwsIkxpbmVXZWlnaHQiOjAuMCwiTGluZVR5cGUiOjAsIlBhcmVudFN0eWxlIjpudWxsfSwiUGFyZW50U3R5bGUiOm51bGx9LCJEYXRlRm9ybWF0Ijp7IiRpZCI6IjE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LCJTbWFydER1cmF0aW9uQWN0aXZhdGVkIjpmYWxzZSwiRGF0ZUZvcm1hdCI6eyIkcmVmIjoiMTk3In0sIklkIjoiYWVhYTg3MTQtOGUzYS00MGQwLWExZDItMWQ2NTU3ODlhNTllIiwiSW1wb3J0SWQiOiIxIiwiVGl0bGUiOiJUZWNoIEhlYWx0aCBTZXJ2ZXJzIiwiTm90ZSI6bnVsbCwiSHlwZXJsaW5rIjpudWxsLCJJc0NoYW5nZWQiOmZhbHNlLCJJc05ldyI6ZmFsc2V9LHsiJGlkIjoiMTk4IiwiR3JvdXBOYW1lIjpudWxsLCJTdGFydERhdGUiOiIyMDE5LTA1LTAxVDAwOjAwOjAwIiwiRW5kRGF0ZSI6IjIwMTktMDctMDFUMjM6NTk6MDAiLCJQZXJjZW50YWdlQ29tcGxldGUiOm51bGwsIlN0eWxlIjp7IiRpZCI6IjE5OSIsIlNoYXBlIjowLCJTaGFwZVRoaWNrbmVzcyI6MSwiRHVyYXRpb25Gb3JtYXQiOjAsIkluY2x1ZGVOb25Xb3JraW5nRGF5c0luRHVyYXRpb24iOmZhbHNlLCJQZXJjZW50YWdlQ29tcGxldGVTdHlsZSI6eyIkaWQiOiIyMDAiLCJGb250U2V0dGluZ3MiOnsiJGlkIjoiMjAxIiwiRm9udFNpemUiOjEwLCJGb250TmFtZSI6IkNhbGlicmkiLCJJc0JvbGQiOmZhbHNlLCJJc0l0YWxpYyI6ZmFsc2UsIklzVW5kZXJsaW5lZCI6ZmFsc2UsIlBhcmVudFN0eWxlIjpudWxsfSwiQXV0b1NpemUiOjAsIkZvcmVncm91bmQiOnsiJGlkIjoiMjAyIiwiQ29sb3IiOnsiJHJlZiI6Ijg2In19LCJNYXhXaWR0aCI6MjAwLjAsIk1heEhlaWdodCI6IkluZmluaXR5IiwiU21hcnRGb3JlZ3JvdW5kSXNBY3RpdmUiOmZhbHNlLCJIb3Jpem9udGFsQWxpZ25tZW50IjowLCJWZXJ0aWNhbEFsaWdubWVudCI6MCwiU21hcnRGb3JlZ3JvdW5kIjpudWxsLCJCYWNrZ3JvdW5kRmlsbFR5cGUiOjAsIk1hcmdpbiI6eyIkaWQiOiIyMDMiLCJUb3AiOjAsIkxlZnQiOjAsIlJpZ2h0IjowLCJCb3R0b20iOjB9LCJQYWRkaW5nIjp7IiRpZCI6IjIwNCIsIlRvcCI6MCwiTGVmdCI6MCwiUmlnaHQiOjAsIkJvdHRvbSI6MH0sIkJhY2tncm91bmQiOnsiJHJlZiI6Ijg5In0sIklzVmlzaWJsZSI6dHJ1ZSwiV2lkdGgiOjAuMCwiSGVpZ2h0IjowLjAsIkJvcmRlclN0eWxlIjp7IiRpZCI6IjIwNSIsIkxpbmVDb2xvciI6bnVsbCwiTGluZVdlaWdodCI6MC4wLCJMaW5lVHlwZSI6MCwiUGFyZW50U3R5bGUiOm51bGx9LCJQYXJlbnRTdHlsZSI6bnVsbH0sIkR1cmF0aW9uU3R5bGUiOnsiJGlkIjoiMjA2IiwiRm9udFNldHRpbmdzIjp7IiRpZCI6IjIwNyIsIkZvbnRTaXplIjoxMCwiRm9udE5hbWUiOiJDYWxpYnJpIiwiSXNCb2xkIjpmYWxzZSwiSXNJdGFsaWMiOmZhbHNlLCJJc1VuZGVybGluZWQiOmZhbHNlLCJQYXJlbnRTdHlsZSI6bnVsbH0sIkF1dG9TaXplIjowLCJGb3JlZ3JvdW5kIjp7IiRpZCI6IjIwOCIsIkNvbG9yIjp7IiRyZWYiOiI5MyJ9fSwiTWF4V2lkdGgiOjIwMC4wLCJNYXhIZWlnaHQiOiJJbmZpbml0eSIsIlNtYXJ0Rm9yZWdyb3VuZElzQWN0aXZlIjpmYWxzZSwiSG9yaXpvbnRhbEFsaWdubWVudCI6MCwiVmVydGljYWxBbGlnbm1lbnQiOjAsIlNtYXJ0Rm9yZWdyb3VuZCI6bnVsbCwiQmFja2dyb3VuZEZpbGxUeXBlIjowLCJNYXJnaW4iOnsiJGlkIjoiMjA5IiwiVG9wIjowLCJMZWZ0IjowLCJSaWdodCI6MCwiQm90dG9tIjowfSwiUGFkZGluZyI6eyIkaWQiOiIyMTAiLCJUb3AiOjAsIkxlZnQiOjAsIlJpZ2h0IjowLCJCb3R0b20iOjB9LCJCYWNrZ3JvdW5kIjp7IiRyZWYiOiI5NiJ9LCJJc1Zpc2libGUiOnRydWUsIldpZHRoIjowLjAsIkhlaWdodCI6MC4wLCJCb3JkZXJTdHlsZSI6eyIkaWQiOiIyMTEiLCJMaW5lQ29sb3IiOm51bGwsIkxpbmVXZWlnaHQiOjAuMCwiTGluZVR5cGUiOjAsIlBhcmVudFN0eWxlIjpudWxsfSwiUGFyZW50U3R5bGUiOm51bGx9LCJIb3Jpem9udGFsQ29ubmVjdG9yU3R5bGUiOnsiJGlkIjoiMjEyIiwiTGluZUNvbG9yIjp7IiRyZWYiOiI5OCJ9LCJMaW5lV2VpZ2h0IjoxLjAsIkxpbmVUeXBlIjowLCJQYXJlbnRTdHlsZSI6bnVsbH0sIlZlcnRpY2FsQ29ubmVjdG9yU3R5bGUiOnsiJGlkIjoiMjEz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TAsIklzQmVsb3dUaW1lYmFuZCI6dHJ1ZSwiUGVyY2VudGFnZUNvbXBsZXRlU2hhcGVPcGFjaXR5IjozNSwiU2hhcGVTdHlsZSI6eyIkaWQiOiIyMTQiLCJNYXJnaW4iOnsiJGlkIjoiMjE1IiwiVG9wIjowLCJMZWZ0Ijo0LCJSaWdodCI6NCwiQm90dG9tIjowfSwiUGFkZGluZyI6eyIkaWQiOiIyMTYiLCJUb3AiOjAsIkxlZnQiOjAsIlJpZ2h0IjowLCJCb3R0b20iOjB9LCJCYWNrZ3JvdW5kIjp7IiRpZCI6IjIxNyIsIkNvbG9yIjp7IiRpZCI6IjIxOCIsIkEiOjI1NSwiUiI6MjQ3LCJHIjoxNTAsIkIiOjcwfX0sIklzVmlzaWJsZSI6dHJ1ZSwiV2lkdGgiOjAuMCwiSGVpZ2h0IjoxNi4wLCJCb3JkZXJTdHlsZSI6eyIkaWQiOiIyMTkiLCJMaW5lQ29sb3IiOnsiJHJlZiI6IjEwOSJ9LCJMaW5lV2VpZ2h0IjowLjAsIkxpbmVUeXBlIjowLCJQYXJlbnRTdHlsZSI6bnVsbH0sIlBhcmVudFN0eWxlIjpudWxsfSwiVGl0bGVTdHlsZSI6eyIkaWQiOiIyMjAiLCJGb250U2V0dGluZ3MiOnsiJGlkIjoiMjIxIiwiRm9udFNpemUiOjExLCJGb250TmFtZSI6IkNhbGlicmkiLCJJc0JvbGQiOnRydWUsIklzSXRhbGljIjpmYWxzZSwiSXNVbmRlcmxpbmVkIjpmYWxzZSwiUGFyZW50U3R5bGUiOm51bGx9LCJBdXRvU2l6ZSI6MCwiRm9yZWdyb3VuZCI6eyIkaWQiOiIyMjIiLCJDb2xvciI6eyIkcmVmIjoiMTE0In19LCJNYXhXaWR0aCI6OTYwLjAsIk1heEhlaWdodCI6IkluZmluaXR5IiwiU21hcnRGb3JlZ3JvdW5kSXNBY3RpdmUiOmZhbHNlLCJIb3Jpem9udGFsQWxpZ25tZW50IjowLCJWZXJ0aWNhbEFsaWdubWVudCI6MCwiU21hcnRGb3JlZ3JvdW5kIjpudWxsLCJCYWNrZ3JvdW5kRmlsbFR5cGUiOjAsIk1hcmdpbiI6eyIkaWQiOiIyMjMiLCJUb3AiOjAsIkxlZnQiOjAsIlJpZ2h0IjowLCJCb3R0b20iOjB9LCJQYWRkaW5nIjp7IiRpZCI6IjIyNCIsIlRvcCI6MCwiTGVmdCI6MCwiUmlnaHQiOjAsIkJvdHRvbSI6MH0sIkJhY2tncm91bmQiOnsiJHJlZiI6IjExNyJ9LCJJc1Zpc2libGUiOnRydWUsIldpZHRoIjowLjAsIkhlaWdodCI6MC4wLCJCb3JkZXJTdHlsZSI6eyIkaWQiOiIyMjUiLCJMaW5lQ29sb3IiOm51bGwsIkxpbmVXZWlnaHQiOjAuMCwiTGluZVR5cGUiOjAsIlBhcmVudFN0eWxlIjpudWxsfSwiUGFyZW50U3R5bGUiOm51bGx9LCJEYXRlU3R5bGUiOnsiJGlkIjoiMjI2IiwiRm9udFNldHRpbmdzIjp7IiRpZCI6IjIyNyIsIkZvbnRTaXplIjoxMCwiRm9udE5hbWUiOiJDYWxpYnJpIiwiSXNCb2xkIjpmYWxzZSwiSXNJdGFsaWMiOmZhbHNlLCJJc1VuZGVybGluZWQiOmZhbHNlLCJQYXJlbnRTdHlsZSI6bnVsbH0sIkF1dG9TaXplIjowLCJGb3JlZ3JvdW5kIjp7IiRpZCI6IjIyOCIsIkNvbG9yIjp7IiRyZWYiOiIxMjEifX0sIk1heFdpZHRoIjoyMDAuMCwiTWF4SGVpZ2h0IjoiSW5maW5pdHkiLCJTbWFydEZvcmVncm91bmRJc0FjdGl2ZSI6ZmFsc2UsIkhvcml6b250YWxBbGlnbm1lbnQiOjAsIlZlcnRpY2FsQWxpZ25tZW50IjowLCJTbWFydEZvcmVncm91bmQiOm51bGwsIkJhY2tncm91bmRGaWxsVHlwZSI6MCwiTWFyZ2luIjp7IiRpZCI6IjIyOSIsIlRvcCI6MCwiTGVmdCI6MCwiUmlnaHQiOjAsIkJvdHRvbSI6MH0sIlBhZGRpbmciOnsiJGlkIjoiMjMwIiwiVG9wIjowLCJMZWZ0IjowLCJSaWdodCI6MCwiQm90dG9tIjowfSwiQmFja2dyb3VuZCI6eyIkcmVmIjoiMTI0In0sIklzVmlzaWJsZSI6dHJ1ZSwiV2lkdGgiOjAuMCwiSGVpZ2h0IjowLjAsIkJvcmRlclN0eWxlIjp7IiRpZCI6IjIzMSIsIkxpbmVDb2xvciI6bnVsbCwiTGluZVdlaWdodCI6MC4wLCJMaW5lVHlwZSI6MCwiUGFyZW50U3R5bGUiOm51bGx9LCJQYXJlbnRTdHlsZSI6bnVsbH0sIkRhdGVGb3JtYXQiOnsiJGlkIjoiMj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IsIlNtYXJ0RHVyYXRpb25BY3RpdmF0ZWQiOmZhbHNlLCJEYXRlRm9ybWF0Ijp7IiRyZWYiOiIyMzIifSwiSWQiOiJjMjY1YjVlZi1jY2U0LTQyMjctOGZhYy1mYjcyZTdlZjgwMTEiLCJJbXBvcnRJZCI6IjEiLCJUaXRsZSI6IkhhcmJvciBBcHAgU2VydmVycyIsIk5vdGUiOm51bGwsIkh5cGVybGluayI6bnVsbCwiSXNDaGFuZ2VkIjpmYWxzZSwiSXNOZXciOmZhbHNlfSx7IiRpZCI6IjIzMyIsIkdyb3VwTmFtZSI6bnVsbCwiU3RhcnREYXRlIjoiMjAxOS0wNS0wMVQwMDowMDowMCIsIkVuZERhdGUiOiIyMDE5LTA3LTE1VDIzOjU5OjAwIiwiUGVyY2VudGFnZUNvbXBsZXRlIjpudWxsLCJTdHlsZSI6eyIkaWQiOiIyMzQiLCJTaGFwZSI6MiwiU2hhcGVUaGlja25lc3MiOjEsIkR1cmF0aW9uRm9ybWF0IjowLCJJbmNsdWRlTm9uV29ya2luZ0RheXNJbkR1cmF0aW9uIjpmYWxzZSwiUGVyY2VudGFnZUNvbXBsZXRlU3R5bGUiOnsiJGlkIjoiMjM1IiwiRm9udFNldHRpbmdzIjp7IiRpZCI6IjIzNiIsIkZvbnRTaXplIjoxMCwiRm9udE5hbWUiOiJDYWxpYnJpIiwiSXNCb2xkIjpmYWxzZSwiSXNJdGFsaWMiOmZhbHNlLCJJc1VuZGVybGluZWQiOmZhbHNlLCJQYXJlbnRTdHlsZSI6bnVsbH0sIkF1dG9TaXplIjowLCJGb3JlZ3JvdW5kIjp7IiRpZCI6IjIzNyIsIkNvbG9yIjp7IiRyZWYiOiI4NiJ9fSwiTWF4V2lkdGgiOjIwMC4wLCJNYXhIZWlnaHQiOiJJbmZpbml0eSIsIlNtYXJ0Rm9yZWdyb3VuZElzQWN0aXZlIjpmYWxzZSwiSG9yaXpvbnRhbEFsaWdubWVudCI6MCwiVmVydGljYWxBbGlnbm1lbnQiOjAsIlNtYXJ0Rm9yZWdyb3VuZCI6bnVsbCwiQmFja2dyb3VuZEZpbGxUeXBlIjowLCJNYXJnaW4iOnsiJGlkIjoiMjM4IiwiVG9wIjowLCJMZWZ0IjowLCJSaWdodCI6MCwiQm90dG9tIjowfSwiUGFkZGluZyI6eyIkaWQiOiIyMzkiLCJUb3AiOjAsIkxlZnQiOjAsIlJpZ2h0IjowLCJCb3R0b20iOjB9LCJCYWNrZ3JvdW5kIjp7IiRyZWYiOiI4OSJ9LCJJc1Zpc2libGUiOnRydWUsIldpZHRoIjowLjAsIkhlaWdodCI6MC4wLCJCb3JkZXJTdHlsZSI6eyIkaWQiOiIyNDAiLCJMaW5lQ29sb3IiOm51bGwsIkxpbmVXZWlnaHQiOjAuMCwiTGluZVR5cGUiOjAsIlBhcmVudFN0eWxlIjpudWxsfSwiUGFyZW50U3R5bGUiOm51bGx9LCJEdXJhdGlvblN0eWxlIjp7IiRpZCI6IjI0MSIsIkZvbnRTZXR0aW5ncyI6eyIkaWQiOiIyNDIiLCJGb250U2l6ZSI6MTAsIkZvbnROYW1lIjoiQ2FsaWJyaSIsIklzQm9sZCI6ZmFsc2UsIklzSXRhbGljIjpmYWxzZSwiSXNVbmRlcmxpbmVkIjpmYWxzZSwiUGFyZW50U3R5bGUiOm51bGx9LCJBdXRvU2l6ZSI6MCwiRm9yZWdyb3VuZCI6eyIkaWQiOiIyNDMiLCJDb2xvciI6eyIkcmVmIjoiOTMifX0sIk1heFdpZHRoIjoyMDAuMCwiTWF4SGVpZ2h0IjoiSW5maW5pdHkiLCJTbWFydEZvcmVncm91bmRJc0FjdGl2ZSI6ZmFsc2UsIkhvcml6b250YWxBbGlnbm1lbnQiOjAsIlZlcnRpY2FsQWxpZ25tZW50IjowLCJTbWFydEZvcmVncm91bmQiOm51bGwsIkJhY2tncm91bmRGaWxsVHlwZSI6MCwiTWFyZ2luIjp7IiRpZCI6IjI0NCIsIlRvcCI6MCwiTGVmdCI6MCwiUmlnaHQiOjAsIkJvdHRvbSI6MH0sIlBhZGRpbmciOnsiJGlkIjoiMjQ1IiwiVG9wIjowLCJMZWZ0IjowLCJSaWdodCI6MCwiQm90dG9tIjowfSwiQmFja2dyb3VuZCI6eyIkcmVmIjoiOTY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OTgifSwiTGluZVdlaWdodCI6MS4wLCJMaW5lVHlwZSI6MCwiUGFyZW50U3R5bGUiOm51bGx9LCJWZXJ0aWNhbENvbm5lY3RvclN0eWxlIjp7IiRpZCI6IjI0OC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EwLCJJc0JlbG93VGltZWJhbmQiOnRydWUsIlBlcmNlbnRhZ2VDb21wbGV0ZVNoYXBlT3BhY2l0eSI6MzUsIlNoYXBlU3R5bGUiOnsiJGlkIjoiMjQ5IiwiTWFyZ2luIjp7IiRpZCI6IjI1MCIsIlRvcCI6MCwiTGVmdCI6NCwiUmlnaHQiOjQsIkJvdHRvbSI6MH0sIlBhZGRpbmciOnsiJGlkIjoiMjUxIiwiVG9wIjowLCJMZWZ0IjowLCJSaWdodCI6MCwiQm90dG9tIjowfSwiQmFja2dyb3VuZCI6eyIkaWQiOiIyNTIiLCJDb2xvciI6eyIkcmVmIjoiMTA3In19LCJJc1Zpc2libGUiOnRydWUsIldpZHRoIjowLjAsIkhlaWdodCI6MTYuMCwiQm9yZGVyU3R5bGUiOnsiJGlkIjoiMjUzIiwiTGluZUNvbG9yIjp7IiRyZWYiOiIxMDkifSwiTGluZVdlaWdodCI6MC4wLCJMaW5lVHlwZSI6MCwiUGFyZW50U3R5bGUiOm51bGx9LCJQYXJlbnRTdHlsZSI6bnVsbH0sIlRpdGxlU3R5bGUiOnsiJGlkIjoiMjU0IiwiRm9udFNldHRpbmdzIjp7IiRpZCI6IjI1NSIsIkZvbnRTaXplIjoxMSwiRm9udE5hbWUiOiJDYWxpYnJpIiwiSXNCb2xkIjp0cnVlLCJJc0l0YWxpYyI6ZmFsc2UsIklzVW5kZXJsaW5lZCI6ZmFsc2UsIlBhcmVudFN0eWxlIjpudWxsfSwiQXV0b1NpemUiOjAsIkZvcmVncm91bmQiOnsiJGlkIjoiMjU2IiwiQ29sb3IiOnsiJHJlZiI6IjExNCJ9fSwiTWF4V2lkdGgiOjk2MC4wLCJNYXhIZWlnaHQiOiJJbmZpbml0eSIsIlNtYXJ0Rm9yZWdyb3VuZElzQWN0aXZlIjpmYWxzZSwiSG9yaXpvbnRhbEFsaWdubWVudCI6MCwiVmVydGljYWxBbGlnbm1lbnQiOjAsIlNtYXJ0Rm9yZWdyb3VuZCI6bnVsbCwiQmFja2dyb3VuZEZpbGxUeXBlIjowLCJNYXJnaW4iOnsiJGlkIjoiMjU3IiwiVG9wIjowLCJMZWZ0IjowLCJSaWdodCI6MCwiQm90dG9tIjowfSwiUGFkZGluZyI6eyIkaWQiOiIyNTgiLCJUb3AiOjAsIkxlZnQiOjAsIlJpZ2h0IjowLCJCb3R0b20iOjB9LCJCYWNrZ3JvdW5kIjp7IiRyZWYiOiIxMTcifSwiSXNWaXNpYmxlIjp0cnVlLCJXaWR0aCI6MC4wLCJIZWlnaHQiOjAuMCwiQm9yZGVyU3R5bGUiOnsiJGlkIjoiMjU5IiwiTGluZUNvbG9yIjpudWxsLCJMaW5lV2VpZ2h0IjowLjAsIkxpbmVUeXBlIjowLCJQYXJlbnRTdHlsZSI6bnVsbH0sIlBhcmVudFN0eWxlIjpudWxsfSwiRGF0ZVN0eWxlIjp7IiRpZCI6IjI2MCIsIkZvbnRTZXR0aW5ncyI6eyIkaWQiOiIyNjEiLCJGb250U2l6ZSI6MTAsIkZvbnROYW1lIjoiQ2FsaWJyaSIsIklzQm9sZCI6ZmFsc2UsIklzSXRhbGljIjpmYWxzZSwiSXNVbmRlcmxpbmVkIjpmYWxzZSwiUGFyZW50U3R5bGUiOm51bGx9LCJBdXRvU2l6ZSI6MCwiRm9yZWdyb3VuZCI6eyIkaWQiOiIyNjIiLCJDb2xvciI6eyIkcmVmIjoiMTIxIn19LCJNYXhXaWR0aCI6MjAwLjAsIk1heEhlaWdodCI6IkluZmluaXR5IiwiU21hcnRGb3JlZ3JvdW5kSXNBY3RpdmUiOmZhbHNlLCJIb3Jpem9udGFsQWxpZ25tZW50IjowLCJWZXJ0aWNhbEFsaWdubWVudCI6MCwiU21hcnRGb3JlZ3JvdW5kIjpudWxsLCJCYWNrZ3JvdW5kRmlsbFR5cGUiOjAsIk1hcmdpbiI6eyIkaWQiOiIyNjMiLCJUb3AiOjAsIkxlZnQiOjAsIlJpZ2h0IjowLCJCb3R0b20iOjB9LCJQYWRkaW5nIjp7IiRpZCI6IjI2NCIsIlRvcCI6MCwiTGVmdCI6MCwiUmlnaHQiOjAsIkJvdHRvbSI6MH0sIkJhY2tncm91bmQiOnsiJHJlZiI6IjEyNCJ9LCJJc1Zpc2libGUiOnRydWUsIldpZHRoIjowLjAsIkhlaWdodCI6MC4wLCJCb3JkZXJTdHlsZSI6eyIkaWQiOiIyNjUiLCJMaW5lQ29sb3IiOm51bGwsIkxpbmVXZWlnaHQiOjAuMCwiTGluZVR5cGUiOjAsIlBhcmVudFN0eWxlIjpudWxsfSwiUGFyZW50U3R5bGUiOm51bGx9LCJEYXRlRm9ybWF0Ijp7IiRpZCI6IjI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zLCJTbWFydER1cmF0aW9uQWN0aXZhdGVkIjpmYWxzZSwiRGF0ZUZvcm1hdCI6eyIkcmVmIjoiMjY2In0sIklkIjoiMjlmNzQyYTYtZDliNS00MTk4LWE1YjQtZTUzMDdhN2MzYmZhIiwiSW1wb3J0SWQiOiIxIiwiVGl0bGUiOiJIYXJib3IgU1FMIFNlcnZlcnMiLCJOb3RlIjpudWxsLCJIeXBlcmxpbmsiOm51bGwsIklzQ2hhbmdlZCI6ZmFsc2UsIklzTmV3IjpmYWxzZX0seyIkaWQiOiIyNjciLCJHcm91cE5hbWUiOm51bGwsIlN0YXJ0RGF0ZSI6IjIwMTktMDQtMDFUMDA6MDA6MDAiLCJFbmREYXRlIjoiMjAxOS0wNy0wMVQyMzo1OTowMCIsIlBlcmNlbnRhZ2VDb21wbGV0ZSI6bnVsbCwiU3R5bGUiOnsiJGlkIjoiMjY4IiwiU2hhcGUiOjAsIlNoYXBlVGhpY2tuZXNzIjoxLCJEdXJhdGlvbkZvcm1hdCI6MCwiSW5jbHVkZU5vbldvcmtpbmdEYXlzSW5EdXJhdGlvbiI6ZmFsc2UsIlBlcmNlbnRhZ2VDb21wbGV0ZVN0eWxlIjp7IiRpZCI6IjI2OSIsIkZvbnRTZXR0aW5ncyI6eyIkaWQiOiIyNzAiLCJGb250U2l6ZSI6MTAsIkZvbnROYW1lIjoiQ2FsaWJyaSIsIklzQm9sZCI6ZmFsc2UsIklzSXRhbGljIjpmYWxzZSwiSXNVbmRlcmxpbmVkIjpmYWxzZSwiUGFyZW50U3R5bGUiOm51bGx9LCJBdXRvU2l6ZSI6MCwiRm9yZWdyb3VuZCI6eyIkaWQiOiIyNzEiLCJDb2xvciI6eyIkcmVmIjoiODYifX0sIk1heFdpZHRoIjoyMDAuMCwiTWF4SGVpZ2h0IjoiSW5maW5pdHkiLCJTbWFydEZvcmVncm91bmRJc0FjdGl2ZSI6ZmFsc2UsIkhvcml6b250YWxBbGlnbm1lbnQiOjAsIlZlcnRpY2FsQWxpZ25tZW50IjowLCJTbWFydEZvcmVncm91bmQiOm51bGwsIkJhY2tncm91bmRGaWxsVHlwZSI6MCwiTWFyZ2luIjp7IiRpZCI6IjI3MiIsIlRvcCI6MCwiTGVmdCI6MCwiUmlnaHQiOjAsIkJvdHRvbSI6MH0sIlBhZGRpbmciOnsiJGlkIjoiMjczIiwiVG9wIjowLCJMZWZ0IjowLCJSaWdodCI6MCwiQm90dG9tIjowfSwiQmFja2dyb3VuZCI6eyIkcmVmIjoiODkifSwiSXNWaXNpYmxlIjp0cnVlLCJXaWR0aCI6MC4wLCJIZWlnaHQiOjAuMCwiQm9yZGVyU3R5bGUiOnsiJGlkIjoiMjc0IiwiTGluZUNvbG9yIjpudWxsLCJMaW5lV2VpZ2h0IjowLjAsIkxpbmVUeXBlIjowLCJQYXJlbnRTdHlsZSI6bnVsbH0sIlBhcmVudFN0eWxlIjpudWxsfSwiRHVyYXRpb25TdHlsZSI6eyIkaWQiOiIyNzUiLCJGb250U2V0dGluZ3MiOnsiJGlkIjoiMjc2IiwiRm9udFNpemUiOjEwLCJGb250TmFtZSI6IkNhbGlicmkiLCJJc0JvbGQiOmZhbHNlLCJJc0l0YWxpYyI6ZmFsc2UsIklzVW5kZXJsaW5lZCI6ZmFsc2UsIlBhcmVudFN0eWxlIjpudWxsfSwiQXV0b1NpemUiOjAsIkZvcmVncm91bmQiOnsiJGlkIjoiMjc3IiwiQ29sb3IiOnsiJHJlZiI6IjkzIn19LCJNYXhXaWR0aCI6MjAwLjAsIk1heEhlaWdodCI6IkluZmluaXR5IiwiU21hcnRGb3JlZ3JvdW5kSXNBY3RpdmUiOmZhbHNlLCJIb3Jpem9udGFsQWxpZ25tZW50IjowLCJWZXJ0aWNhbEFsaWdubWVudCI6MCwiU21hcnRGb3JlZ3JvdW5kIjpudWxsLCJCYWNrZ3JvdW5kRmlsbFR5cGUiOjAsIk1hcmdpbiI6eyIkaWQiOiIyNzgiLCJUb3AiOjAsIkxlZnQiOjAsIlJpZ2h0IjowLCJCb3R0b20iOjB9LCJQYWRkaW5nIjp7IiRpZCI6IjI3OSIsIlRvcCI6MCwiTGVmdCI6MCwiUmlnaHQiOjAsIkJvdHRvbSI6MH0sIkJhY2tncm91bmQiOnsiJHJlZiI6Ijk2In0sIklzVmlzaWJsZSI6dHJ1ZSwiV2lkdGgiOjAuMCwiSGVpZ2h0IjowLjAsIkJvcmRlclN0eWxlIjp7IiRpZCI6IjI4MCIsIkxpbmVDb2xvciI6bnVsbCwiTGluZVdlaWdodCI6MC4wLCJMaW5lVHlwZSI6MCwiUGFyZW50U3R5bGUiOm51bGx9LCJQYXJlbnRTdHlsZSI6bnVsbH0sIkhvcml6b250YWxDb25uZWN0b3JTdHlsZSI6eyIkaWQiOiIyODEiLCJMaW5lQ29sb3IiOnsiJHJlZiI6Ijk4In0sIkxpbmVXZWlnaHQiOjEuMCwiTGluZVR5cGUiOjAsIlBhcmVudFN0eWxlIjpudWxsfSwiVmVydGljYWxDb25uZWN0b3JTdHlsZSI6eyIkaWQiOiIyODI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xMCwiSXNCZWxvd1RpbWViYW5kIjp0cnVlLCJQZXJjZW50YWdlQ29tcGxldGVTaGFwZU9wYWNpdHkiOjM1LCJTaGFwZVN0eWxlIjp7IiRpZCI6IjI4MyIsIk1hcmdpbiI6eyIkaWQiOiIyODQiLCJUb3AiOjAsIkxlZnQiOjQsIlJpZ2h0Ijo0LCJCb3R0b20iOjB9LCJQYWRkaW5nIjp7IiRpZCI6IjI4NSIsIlRvcCI6MCwiTGVmdCI6MCwiUmlnaHQiOjAsIkJvdHRvbSI6MH0sIkJhY2tncm91bmQiOnsiJGlkIjoiMjg2IiwiQ29sb3IiOnsiJHJlZiI6IjEwNyJ9fSwiSXNWaXNpYmxlIjp0cnVlLCJXaWR0aCI6MC4wLCJIZWlnaHQiOjE2LjAsIkJvcmRlclN0eWxlIjp7IiRpZCI6IjI4NyIsIkxpbmVDb2xvciI6eyIkcmVmIjoiMTA5In0sIkxpbmVXZWlnaHQiOjAuMCwiTGluZVR5cGUiOjAsIlBhcmVudFN0eWxlIjpudWxsfSwiUGFyZW50U3R5bGUiOm51bGx9LCJUaXRsZVN0eWxlIjp7IiRpZCI6IjI4OCIsIkZvbnRTZXR0aW5ncyI6eyIkaWQiOiIyODkiLCJGb250U2l6ZSI6MTEsIkZvbnROYW1lIjoiQ2FsaWJyaSIsIklzQm9sZCI6dHJ1ZSwiSXNJdGFsaWMiOmZhbHNlLCJJc1VuZGVybGluZWQiOmZhbHNlLCJQYXJlbnRTdHlsZSI6bnVsbH0sIkF1dG9TaXplIjowLCJGb3JlZ3JvdW5kIjp7IiRpZCI6IjI5MCIsIkNvbG9yIjp7IiRyZWYiOiIxMTQifX0sIk1heFdpZHRoIjo5NjAuMCwiTWF4SGVpZ2h0IjoiSW5maW5pdHkiLCJTbWFydEZvcmVncm91bmRJc0FjdGl2ZSI6ZmFsc2UsIkhvcml6b250YWxBbGlnbm1lbnQiOjAsIlZlcnRpY2FsQWxpZ25tZW50IjowLCJTbWFydEZvcmVncm91bmQiOm51bGwsIkJhY2tncm91bmRGaWxsVHlwZSI6MCwiTWFyZ2luIjp7IiRpZCI6IjI5MSIsIlRvcCI6MCwiTGVmdCI6MCwiUmlnaHQiOjAsIkJvdHRvbSI6MH0sIlBhZGRpbmciOnsiJGlkIjoiMjkyIiwiVG9wIjowLCJMZWZ0IjowLCJSaWdodCI6MCwiQm90dG9tIjowfSwiQmFja2dyb3VuZCI6eyIkcmVmIjoiMTE3In0sIklzVmlzaWJsZSI6dHJ1ZSwiV2lkdGgiOjAuMCwiSGVpZ2h0IjowLjAsIkJvcmRlclN0eWxlIjp7IiRpZCI6IjI5MyIsIkxpbmVDb2xvciI6bnVsbCwiTGluZVdlaWdodCI6MC4wLCJMaW5lVHlwZSI6MCwiUGFyZW50U3R5bGUiOm51bGx9LCJQYXJlbnRTdHlsZSI6bnVsbH0sIkRhdGVTdHlsZSI6eyIkaWQiOiIyOTQiLCJGb250U2V0dGluZ3MiOnsiJGlkIjoiMjk1IiwiRm9udFNpemUiOjEwLCJGb250TmFtZSI6IkNhbGlicmkiLCJJc0JvbGQiOmZhbHNlLCJJc0l0YWxpYyI6ZmFsc2UsIklzVW5kZXJsaW5lZCI6ZmFsc2UsIlBhcmVudFN0eWxlIjpudWxsfSwiQXV0b1NpemUiOjAsIkZvcmVncm91bmQiOnsiJGlkIjoiMjk2IiwiQ29sb3IiOnsiJHJlZiI6IjEyMSJ9fSwiTWF4V2lkdGgiOjIwMC4wLCJNYXhIZWlnaHQiOiJJbmZpbml0eSIsIlNtYXJ0Rm9yZWdyb3VuZElzQWN0aXZlIjpmYWxzZSwiSG9yaXpvbnRhbEFsaWdubWVudCI6MCwiVmVydGljYWxBbGlnbm1lbnQiOjAsIlNtYXJ0Rm9yZWdyb3VuZCI6bnVsbCwiQmFja2dyb3VuZEZpbGxUeXBlIjowLCJNYXJnaW4iOnsiJGlkIjoiMjk3IiwiVG9wIjowLCJMZWZ0IjowLCJSaWdodCI6MCwiQm90dG9tIjowfSwiUGFkZGluZyI6eyIkaWQiOiIyOTgiLCJUb3AiOjAsIkxlZnQiOjAsIlJpZ2h0IjowLCJCb3R0b20iOjB9LCJCYWNrZ3JvdW5kIjp7IiRyZWYiOiIxMjQifSwiSXNWaXNpYmxlIjp0cnVlLCJXaWR0aCI6MC4wLCJIZWlnaHQiOjAuMCwiQm9yZGVyU3R5bGUiOnsiJGlkIjoiMjk5IiwiTGluZUNvbG9yIjpudWxsLCJMaW5lV2VpZ2h0IjowLjAsIkxpbmVUeXBlIjowLCJQYXJlbnRTdHlsZSI6bnVsbH0sIlBhcmVudFN0eWxlIjpudWxsfSwiRGF0ZUZvcm1hdCI6eyIkaWQiOiIz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NCwiU21hcnREdXJhdGlvbkFjdGl2YXRlZCI6ZmFsc2UsIkRhdGVGb3JtYXQiOnsiJHJlZiI6IjMwMCJ9LCJJZCI6IjVlODI3OTdmLTAyZDAtNDMzNC04YmJkLWFmYjRiYTY2Y2MxMiIsIkltcG9ydElkIjoiMSIsIlRpdGxlIjoiVGhyZWUgRmlsZSBTZXJ2ZXJzIiwiTm90ZSI6bnVsbCwiSHlwZXJsaW5rIjpudWxsLCJJc0NoYW5nZWQiOmZhbHNlLCJJc05ldyI6ZmFsc2V9LHsiJGlkIjoiMzAxIiwiR3JvdXBOYW1lIjpudWxsLCJTdGFydERhdGUiOiIyMDE5LTA3LTAxVDAwOjAwOjAwIiwiRW5kRGF0ZSI6IjIwMTktMDgtMDFUMjM6NTk6MDAiLCJQZXJjZW50YWdlQ29tcGxldGUiOm51bGwsIlN0eWxlIjp7IiRpZCI6IjMwMiIsIlNoYXBlIjozLCJTaGFwZVRoaWNrbmVzcyI6MSwiRHVyYXRpb25Gb3JtYXQiOjAsIkluY2x1ZGVOb25Xb3JraW5nRGF5c0luRHVyYXRpb24iOmZhbHNlLCJQZXJjZW50YWdlQ29tcGxldGVTdHlsZSI6eyIkaWQiOiIzMDMiLCJGb250U2V0dGluZ3MiOnsiJGlkIjoiMzA0IiwiRm9udFNpemUiOjEwLCJGb250TmFtZSI6IkNhbGlicmkiLCJJc0JvbGQiOmZhbHNlLCJJc0l0YWxpYyI6ZmFsc2UsIklzVW5kZXJsaW5lZCI6ZmFsc2UsIlBhcmVudFN0eWxlIjpudWxsfSwiQXV0b1NpemUiOjAsIkZvcmVncm91bmQiOnsiJGlkIjoiMzA1IiwiQ29sb3IiOnsiJHJlZiI6Ijg2In19LCJNYXhXaWR0aCI6MjAwLjAsIk1heEhlaWdodCI6IkluZmluaXR5IiwiU21hcnRGb3JlZ3JvdW5kSXNBY3RpdmUiOmZhbHNlLCJIb3Jpem9udGFsQWxpZ25tZW50IjowLCJWZXJ0aWNhbEFsaWdubWVudCI6MCwiU21hcnRGb3JlZ3JvdW5kIjpudWxsLCJCYWNrZ3JvdW5kRmlsbFR5cGUiOjAsIk1hcmdpbiI6eyIkaWQiOiIzMDYiLCJUb3AiOjAsIkxlZnQiOjAsIlJpZ2h0IjowLCJCb3R0b20iOjB9LCJQYWRkaW5nIjp7IiRpZCI6IjMwNyIsIlRvcCI6MCwiTGVmdCI6MCwiUmlnaHQiOjAsIkJvdHRvbSI6MH0sIkJhY2tncm91bmQiOnsiJHJlZiI6Ijg5In0sIklzVmlzaWJsZSI6dHJ1ZSwiV2lkdGgiOjAuMCwiSGVpZ2h0IjowLjAsIkJvcmRlclN0eWxlIjp7IiRpZCI6IjMwOCIsIkxpbmVDb2xvciI6bnVsbCwiTGluZVdlaWdodCI6MC4wLCJMaW5lVHlwZSI6MCwiUGFyZW50U3R5bGUiOm51bGx9LCJQYXJlbnRTdHlsZSI6bnVsbH0sIkR1cmF0aW9uU3R5bGUiOnsiJGlkIjoiMzA5IiwiRm9udFNldHRpbmdzIjp7IiRpZCI6IjMxMCIsIkZvbnRTaXplIjoxMCwiRm9udE5hbWUiOiJDYWxpYnJpIiwiSXNCb2xkIjpmYWxzZSwiSXNJdGFsaWMiOmZhbHNlLCJJc1VuZGVybGluZWQiOmZhbHNlLCJQYXJlbnRTdHlsZSI6bnVsbH0sIkF1dG9TaXplIjowLCJGb3JlZ3JvdW5kIjp7IiRpZCI6IjMxMSIsIkNvbG9yIjp7IiRyZWYiOiI5MyJ9fSwiTWF4V2lkdGgiOjIwMC4wLCJNYXhIZWlnaHQiOiJJbmZpbml0eSIsIlNtYXJ0Rm9yZWdyb3VuZElzQWN0aXZlIjpmYWxzZSwiSG9yaXpvbnRhbEFsaWdubWVudCI6MCwiVmVydGljYWxBbGlnbm1lbnQiOjAsIlNtYXJ0Rm9yZWdyb3VuZCI6bnVsbCwiQmFja2dyb3VuZEZpbGxUeXBlIjowLCJNYXJnaW4iOnsiJGlkIjoiMzEyIiwiVG9wIjowLCJMZWZ0IjowLCJSaWdodCI6MCwiQm90dG9tIjowfSwiUGFkZGluZyI6eyIkaWQiOiIzMTMiLCJUb3AiOjAsIkxlZnQiOjAsIlJpZ2h0IjowLCJCb3R0b20iOjB9LCJCYWNrZ3JvdW5kIjp7IiRyZWYiOiI5NiJ9LCJJc1Zpc2libGUiOnRydWUsIldpZHRoIjowLjAsIkhlaWdodCI6MC4wLCJCb3JkZXJTdHlsZSI6eyIkaWQiOiIzMTQiLCJMaW5lQ29sb3IiOm51bGwsIkxpbmVXZWlnaHQiOjAuMCwiTGluZVR5cGUiOjAsIlBhcmVudFN0eWxlIjpudWxsfSwiUGFyZW50U3R5bGUiOm51bGx9LCJIb3Jpem9udGFsQ29ubmVjdG9yU3R5bGUiOnsiJGlkIjoiMzE1IiwiTGluZUNvbG9yIjp7IiRyZWYiOiI5OCJ9LCJMaW5lV2VpZ2h0IjoxLjAsIkxpbmVUeXBlIjowLCJQYXJlbnRTdHlsZSI6bnVsbH0sIlZlcnRpY2FsQ29ubmVjdG9yU3R5bGUiOnsiJGlkIjoiMzE2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TAsIklzQmVsb3dUaW1lYmFuZCI6dHJ1ZSwiUGVyY2VudGFnZUNvbXBsZXRlU2hhcGVPcGFjaXR5IjozNSwiU2hhcGVTdHlsZSI6eyIkaWQiOiIzMTciLCJNYXJnaW4iOnsiJGlkIjoiMzE4IiwiVG9wIjowLCJMZWZ0Ijo0LCJSaWdodCI6NCwiQm90dG9tIjowfSwiUGFkZGluZyI6eyIkaWQiOiIzMTkiLCJUb3AiOjAsIkxlZnQiOjAsIlJpZ2h0IjowLCJCb3R0b20iOjB9LCJCYWNrZ3JvdW5kIjp7IiRpZCI6IjMyMCIsIkNvbG9yIjp7IiRpZCI6IjMyMSIsIkEiOjI1NSwiUiI6MTU1LCJHIjoxODcsIkIiOjg5fX0sIklzVmlzaWJsZSI6dHJ1ZSwiV2lkdGgiOjAuMCwiSGVpZ2h0IjoxNi4wLCJCb3JkZXJTdHlsZSI6eyIkaWQiOiIzMjIiLCJMaW5lQ29sb3IiOnsiJHJlZiI6IjEwOSJ9LCJMaW5lV2VpZ2h0IjowLjAsIkxpbmVUeXBlIjowLCJQYXJlbnRTdHlsZSI6bnVsbH0sIlBhcmVudFN0eWxlIjpudWxsfSwiVGl0bGVTdHlsZSI6eyIkaWQiOiIzMjMiLCJGb250U2V0dGluZ3MiOnsiJGlkIjoiMzI0IiwiRm9udFNpemUiOjExLCJGb250TmFtZSI6IkNhbGlicmkiLCJJc0JvbGQiOnRydWUsIklzSXRhbGljIjpmYWxzZSwiSXNVbmRlcmxpbmVkIjpmYWxzZSwiUGFyZW50U3R5bGUiOm51bGx9LCJBdXRvU2l6ZSI6MCwiRm9yZWdyb3VuZCI6eyIkaWQiOiIzMjUiLCJDb2xvciI6eyIkcmVmIjoiMTE0In19LCJNYXhXaWR0aCI6OTYwLjAsIk1heEhlaWdodCI6IkluZmluaXR5IiwiU21hcnRGb3JlZ3JvdW5kSXNBY3RpdmUiOmZhbHNlLCJIb3Jpem9udGFsQWxpZ25tZW50IjowLCJWZXJ0aWNhbEFsaWdubWVudCI6MCwiU21hcnRGb3JlZ3JvdW5kIjpudWxsLCJCYWNrZ3JvdW5kRmlsbFR5cGUiOjAsIk1hcmdpbiI6eyIkaWQiOiIzMjYiLCJUb3AiOjAsIkxlZnQiOjAsIlJpZ2h0IjowLCJCb3R0b20iOjB9LCJQYWRkaW5nIjp7IiRpZCI6IjMyNyIsIlRvcCI6MCwiTGVmdCI6MCwiUmlnaHQiOjAsIkJvdHRvbSI6MH0sIkJhY2tncm91bmQiOnsiJHJlZiI6IjExNyJ9LCJJc1Zpc2libGUiOnRydWUsIldpZHRoIjowLjAsIkhlaWdodCI6MC4wLCJCb3JkZXJTdHlsZSI6eyIkaWQiOiIzMjgiLCJMaW5lQ29sb3IiOm51bGwsIkxpbmVXZWlnaHQiOjAuMCwiTGluZVR5cGUiOjAsIlBhcmVudFN0eWxlIjpudWxsfSwiUGFyZW50U3R5bGUiOm51bGx9LCJEYXRlU3R5bGUiOnsiJGlkIjoiMzI5IiwiRm9udFNldHRpbmdzIjp7IiRpZCI6IjMzMCIsIkZvbnRTaXplIjoxMCwiRm9udE5hbWUiOiJDYWxpYnJpIiwiSXNCb2xkIjpmYWxzZSwiSXNJdGFsaWMiOmZhbHNlLCJJc1VuZGVybGluZWQiOmZhbHNlLCJQYXJlbnRTdHlsZSI6bnVsbH0sIkF1dG9TaXplIjowLCJGb3JlZ3JvdW5kIjp7IiRpZCI6IjMzMSIsIkNvbG9yIjp7IiRyZWYiOiIxMjEifX0sIk1heFdpZHRoIjoyMDAuMCwiTWF4SGVpZ2h0IjoiSW5maW5pdHkiLCJTbWFydEZvcmVncm91bmRJc0FjdGl2ZSI6ZmFsc2UsIkhvcml6b250YWxBbGlnbm1lbnQiOjAsIlZlcnRpY2FsQWxpZ25tZW50IjowLCJTbWFydEZvcmVncm91bmQiOm51bGwsIkJhY2tncm91bmRGaWxsVHlwZSI6MCwiTWFyZ2luIjp7IiRpZCI6IjMzMiIsIlRvcCI6MCwiTGVmdCI6MCwiUmlnaHQiOjAsIkJvdHRvbSI6MH0sIlBhZGRpbmciOnsiJGlkIjoiMzMzIiwiVG9wIjowLCJMZWZ0IjowLCJSaWdodCI6MCwiQm90dG9tIjowfSwiQmFja2dyb3VuZCI6eyIkcmVmIjoiMTI0In0sIklzVmlzaWJsZSI6dHJ1ZSwiV2lkdGgiOjAuMCwiSGVpZ2h0IjowLjAsIkJvcmRlclN0eWxlIjp7IiRpZCI6IjMzNCIsIkxpbmVDb2xvciI6bnVsbCwiTGluZVdlaWdodCI6MC4wLCJMaW5lVHlwZSI6MCwiUGFyZW50U3R5bGUiOm51bGx9LCJQYXJlbnRTdHlsZSI6bnVsbH0sIkRhdGVGb3JtYXQiOnsiJGlkIjoiMzM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UsIlNtYXJ0RHVyYXRpb25BY3RpdmF0ZWQiOmZhbHNlLCJEYXRlRm9ybWF0Ijp7IiRyZWYiOiIzMzUifSwiSWQiOiI5NTc5MjRlZi00YjdlLTQzYjItOWJiNC01NmVkMjBmOTkwNDYiLCJJbXBvcnRJZCI6IjEiLCJUaXRsZSI6IlVubG9jayBQb3J0YWwiLCJOb3RlIjpudWxsLCJIeXBlcmxpbmsiOm51bGwsIklzQ2hhbmdlZCI6ZmFsc2UsIklzTmV3IjpmYWxzZX0seyIkaWQiOiIzMzYiLCJHcm91cE5hbWUiOm51bGwsIlN0YXJ0RGF0ZSI6IjIwMTktMDctMTVUMDA6MDA6MDAiLCJFbmREYXRlIjoiMjAxOS0wOC0wMVQyMzo1OTowMCIsIlBlcmNlbnRhZ2VDb21wbGV0ZSI6bnVsbCwiU3R5bGUiOnsiJGlkIjoiMzM3IiwiU2hhcGUiOjAsIlNoYXBlVGhpY2tuZXNzIjoxLCJEdXJhdGlvbkZvcm1hdCI6MCwiSW5jbHVkZU5vbldvcmtpbmdEYXlzSW5EdXJhdGlvbiI6ZmFsc2UsIlBlcmNlbnRhZ2VDb21wbGV0ZVN0eWxlIjp7IiRpZCI6IjMzOCIsIkZvbnRTZXR0aW5ncyI6eyIkaWQiOiIzMzkiLCJGb250U2l6ZSI6MTAsIkZvbnROYW1lIjoiQ2FsaWJyaSIsIklzQm9sZCI6ZmFsc2UsIklzSXRhbGljIjpmYWxzZSwiSXNVbmRlcmxpbmVkIjpmYWxzZSwiUGFyZW50U3R5bGUiOm51bGx9LCJBdXRvU2l6ZSI6MCwiRm9yZWdyb3VuZCI6eyIkaWQiOiIzNDAiLCJDb2xvciI6eyIkcmVmIjoiODYifX0sIk1heFdpZHRoIjoyMDAuMCwiTWF4SGVpZ2h0IjoiSW5maW5pdHkiLCJTbWFydEZvcmVncm91bmRJc0FjdGl2ZSI6ZmFsc2UsIkhvcml6b250YWxBbGlnbm1lbnQiOjAsIlZlcnRpY2FsQWxpZ25tZW50IjowLCJTbWFydEZvcmVncm91bmQiOm51bGwsIkJhY2tncm91bmRGaWxsVHlwZSI6MCwiTWFyZ2luIjp7IiRpZCI6IjM0MSIsIlRvcCI6MCwiTGVmdCI6MCwiUmlnaHQiOjAsIkJvdHRvbSI6MH0sIlBhZGRpbmciOnsiJGlkIjoiMzQyIiwiVG9wIjowLCJMZWZ0IjowLCJSaWdodCI6MCwiQm90dG9tIjowfSwiQmFja2dyb3VuZCI6eyIkcmVmIjoiODkifSwiSXNWaXNpYmxlIjp0cnVlLCJXaWR0aCI6MC4wLCJIZWlnaHQiOjAuMCwiQm9yZGVyU3R5bGUiOnsiJGlkIjoiMzQzIiwiTGluZUNvbG9yIjpudWxsLCJMaW5lV2VpZ2h0IjowLjAsIkxpbmVUeXBlIjowLCJQYXJlbnRTdHlsZSI6bnVsbH0sIlBhcmVudFN0eWxlIjpudWxsfSwiRHVyYXRpb25TdHlsZSI6eyIkaWQiOiIzNDQiLCJGb250U2V0dGluZ3MiOnsiJGlkIjoiMzQ1IiwiRm9udFNpemUiOjEwLCJGb250TmFtZSI6IkNhbGlicmkiLCJJc0JvbGQiOmZhbHNlLCJJc0l0YWxpYyI6ZmFsc2UsIklzVW5kZXJsaW5lZCI6ZmFsc2UsIlBhcmVudFN0eWxlIjpudWxsfSwiQXV0b1NpemUiOjAsIkZvcmVncm91bmQiOnsiJGlkIjoiMzQ2IiwiQ29sb3IiOnsiJHJlZiI6IjkzIn19LCJNYXhXaWR0aCI6MjAwLjAsIk1heEhlaWdodCI6IkluZmluaXR5IiwiU21hcnRGb3JlZ3JvdW5kSXNBY3RpdmUiOmZhbHNlLCJIb3Jpem9udGFsQWxpZ25tZW50IjowLCJWZXJ0aWNhbEFsaWdubWVudCI6MCwiU21hcnRGb3JlZ3JvdW5kIjpudWxsLCJCYWNrZ3JvdW5kRmlsbFR5cGUiOjAsIk1hcmdpbiI6eyIkaWQiOiIzNDciLCJUb3AiOjAsIkxlZnQiOjAsIlJpZ2h0IjowLCJCb3R0b20iOjB9LCJQYWRkaW5nIjp7IiRpZCI6IjM0OCIsIlRvcCI6MCwiTGVmdCI6MCwiUmlnaHQiOjAsIkJvdHRvbSI6MH0sIkJhY2tncm91bmQiOnsiJHJlZiI6Ijk2In0sIklzVmlzaWJsZSI6dHJ1ZSwiV2lkdGgiOjAuMCwiSGVpZ2h0IjowLjAsIkJvcmRlclN0eWxlIjp7IiRpZCI6IjM0OSIsIkxpbmVDb2xvciI6bnVsbCwiTGluZVdlaWdodCI6MC4wLCJMaW5lVHlwZSI6MCwiUGFyZW50U3R5bGUiOm51bGx9LCJQYXJlbnRTdHlsZSI6bnVsbH0sIkhvcml6b250YWxDb25uZWN0b3JTdHlsZSI6eyIkaWQiOiIzNTAiLCJMaW5lQ29sb3IiOnsiJHJlZiI6Ijk4In0sIkxpbmVXZWlnaHQiOjEuMCwiTGluZVR5cGUiOjAsIlBhcmVudFN0eWxlIjpudWxsfSwiVmVydGljYWxDb25uZWN0b3JTdHlsZSI6eyIkaWQiOiIzNTE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xMCwiSXNCZWxvd1RpbWViYW5kIjp0cnVlLCJQZXJjZW50YWdlQ29tcGxldGVTaGFwZU9wYWNpdHkiOjM1LCJTaGFwZVN0eWxlIjp7IiRpZCI6IjM1MiIsIk1hcmdpbiI6eyIkaWQiOiIzNTMiLCJUb3AiOjAsIkxlZnQiOjQsIlJpZ2h0Ijo0LCJCb3R0b20iOjB9LCJQYWRkaW5nIjp7IiRpZCI6IjM1NCIsIlRvcCI6MCwiTGVmdCI6MCwiUmlnaHQiOjAsIkJvdHRvbSI6MH0sIkJhY2tncm91bmQiOnsiJGlkIjoiMzU1IiwiQ29sb3IiOnsiJHJlZiI6IjEwNyJ9fSwiSXNWaXNpYmxlIjp0cnVlLCJXaWR0aCI6MC4wLCJIZWlnaHQiOjE2LjAsIkJvcmRlclN0eWxlIjp7IiRpZCI6IjM1NiIsIkxpbmVDb2xvciI6eyIkcmVmIjoiMTA5In0sIkxpbmVXZWlnaHQiOjAuMCwiTGluZVR5cGUiOjAsIlBhcmVudFN0eWxlIjpudWxsfSwiUGFyZW50U3R5bGUiOm51bGx9LCJUaXRsZVN0eWxlIjp7IiRpZCI6IjM1NyIsIkZvbnRTZXR0aW5ncyI6eyIkaWQiOiIzNTgiLCJGb250U2l6ZSI6MTEsIkZvbnROYW1lIjoiQ2FsaWJyaSIsIklzQm9sZCI6dHJ1ZSwiSXNJdGFsaWMiOmZhbHNlLCJJc1VuZGVybGluZWQiOmZhbHNlLCJQYXJlbnRTdHlsZSI6bnVsbH0sIkF1dG9TaXplIjowLCJGb3JlZ3JvdW5kIjp7IiRpZCI6IjM1OSIsIkNvbG9yIjp7IiRyZWYiOiIxMTQifX0sIk1heFdpZHRoIjo5NjAuMCwiTWF4SGVpZ2h0IjoiSW5maW5pdHkiLCJTbWFydEZvcmVncm91bmRJc0FjdGl2ZSI6ZmFsc2UsIkhvcml6b250YWxBbGlnbm1lbnQiOjAsIlZlcnRpY2FsQWxpZ25tZW50IjowLCJTbWFydEZvcmVncm91bmQiOm51bGwsIkJhY2tncm91bmRGaWxsVHlwZSI6MCwiTWFyZ2luIjp7IiRpZCI6IjM2MCIsIlRvcCI6MCwiTGVmdCI6MCwiUmlnaHQiOjAsIkJvdHRvbSI6MH0sIlBhZGRpbmciOnsiJGlkIjoiMzYxIiwiVG9wIjowLCJMZWZ0IjowLCJSaWdodCI6MCwiQm90dG9tIjowfSwiQmFja2dyb3VuZCI6eyIkcmVmIjoiMTE3In0sIklzVmlzaWJsZSI6dHJ1ZSwiV2lkdGgiOjAuMCwiSGVpZ2h0IjowLjAsIkJvcmRlclN0eWxlIjp7IiRpZCI6IjM2MiIsIkxpbmVDb2xvciI6bnVsbCwiTGluZVdlaWdodCI6MC4wLCJMaW5lVHlwZSI6MCwiUGFyZW50U3R5bGUiOm51bGx9LCJQYXJlbnRTdHlsZSI6bnVsbH0sIkRhdGVTdHlsZSI6eyIkaWQiOiIzNjMiLCJGb250U2V0dGluZ3MiOnsiJGlkIjoiMzY0IiwiRm9udFNpemUiOjEwLCJGb250TmFtZSI6IkNhbGlicmkiLCJJc0JvbGQiOmZhbHNlLCJJc0l0YWxpYyI6ZmFsc2UsIklzVW5kZXJsaW5lZCI6ZmFsc2UsIlBhcmVudFN0eWxlIjpudWxsfSwiQXV0b1NpemUiOjAsIkZvcmVncm91bmQiOnsiJGlkIjoiMzY1IiwiQ29sb3IiOnsiJHJlZiI6IjEyMSJ9fSwiTWF4V2lkdGgiOjIwMC4wLCJNYXhIZWlnaHQiOiJJbmZpbml0eSIsIlNtYXJ0Rm9yZWdyb3VuZElzQWN0aXZlIjpmYWxzZSwiSG9yaXpvbnRhbEFsaWdubWVudCI6MCwiVmVydGljYWxBbGlnbm1lbnQiOjAsIlNtYXJ0Rm9yZWdyb3VuZCI6bnVsbCwiQmFja2dyb3VuZEZpbGxUeXBlIjowLCJNYXJnaW4iOnsiJGlkIjoiMzY2IiwiVG9wIjowLCJMZWZ0IjowLCJSaWdodCI6MCwiQm90dG9tIjowfSwiUGFkZGluZyI6eyIkaWQiOiIzNjciLCJUb3AiOjAsIkxlZnQiOjAsIlJpZ2h0IjowLCJCb3R0b20iOjB9LCJCYWNrZ3JvdW5kIjp7IiRyZWYiOiIxMjQifSwiSXNWaXNpYmxlIjp0cnVlLCJXaWR0aCI6MC4wLCJIZWlnaHQiOjAuMCwiQm9yZGVyU3R5bGUiOnsiJGlkIjoiMzY4IiwiTGluZUNvbG9yIjpudWxsLCJMaW5lV2VpZ2h0IjowLjAsIkxpbmVUeXBlIjowLCJQYXJlbnRTdHlsZSI6bnVsbH0sIlBhcmVudFN0eWxlIjpudWxsfSwiRGF0ZUZvcm1hdCI6eyIkaWQiOiIzN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NiwiU21hcnREdXJhdGlvbkFjdGl2YXRlZCI6ZmFsc2UsIkRhdGVGb3JtYXQiOnsiJHJlZiI6IjM2OSJ9LCJJZCI6IjczMTc4NjMyLTYyMmQtNDc1OC1iMzI0LTYwZDRiYjM0ZDg3NyIsIkltcG9ydElkIjoiMSIsIlRpdGxlIjoiRG9tYWluIENvbnRyb2xsZXJzIiwiTm90ZSI6bnVsbCwiSHlwZXJsaW5rIjpudWxsLCJJc0NoYW5nZWQiOmZhbHNlLCJJc05ldyI6ZmFsc2V9LHsiJGlkIjoiMzcwIiwiR3JvdXBOYW1lIjpudWxsLCJTdGFydERhdGUiOiIyMDE5LTA3LTIwVDAwOjAwOjAwIiwiRW5kRGF0ZSI6IjIwMTktMDgtMDFUMjM6NTk6MDAiLCJQZXJjZW50YWdlQ29tcGxldGUiOm51bGwsIlN0eWxlIjp7IiRpZCI6IjM3MSIsIlNoYXBlIjowLCJTaGFwZVRoaWNrbmVzcyI6MSwiRHVyYXRpb25Gb3JtYXQiOjAsIkluY2x1ZGVOb25Xb3JraW5nRGF5c0luRHVyYXRpb24iOmZhbHNlLCJQZXJjZW50YWdlQ29tcGxldGVTdHlsZSI6eyIkaWQiOiIzNzIiLCJGb250U2V0dGluZ3MiOnsiJGlkIjoiMzczIiwiRm9udFNpemUiOjEwLCJGb250TmFtZSI6IkNhbGlicmkiLCJJc0JvbGQiOmZhbHNlLCJJc0l0YWxpYyI6ZmFsc2UsIklzVW5kZXJsaW5lZCI6ZmFsc2UsIlBhcmVudFN0eWxlIjpudWxsfSwiQXV0b1NpemUiOjAsIkZvcmVncm91bmQiOnsiJGlkIjoiMzc0IiwiQ29sb3IiOnsiJHJlZiI6Ijg2In19LCJNYXhXaWR0aCI6MjAwLjAsIk1heEhlaWdodCI6IkluZmluaXR5IiwiU21hcnRGb3JlZ3JvdW5kSXNBY3RpdmUiOmZhbHNlLCJIb3Jpem9udGFsQWxpZ25tZW50IjowLCJWZXJ0aWNhbEFsaWdubWVudCI6MCwiU21hcnRGb3JlZ3JvdW5kIjpudWxsLCJCYWNrZ3JvdW5kRmlsbFR5cGUiOjAsIk1hcmdpbiI6eyIkaWQiOiIzNzUiLCJUb3AiOjAsIkxlZnQiOjAsIlJpZ2h0IjowLCJCb3R0b20iOjB9LCJQYWRkaW5nIjp7IiRpZCI6IjM3NiIsIlRvcCI6MCwiTGVmdCI6MCwiUmlnaHQiOjAsIkJvdHRvbSI6MH0sIkJhY2tncm91bmQiOnsiJHJlZiI6Ijg5In0sIklzVmlzaWJsZSI6dHJ1ZSwiV2lkdGgiOjAuMCwiSGVpZ2h0IjowLjAsIkJvcmRlclN0eWxlIjp7IiRpZCI6IjM3NyIsIkxpbmVDb2xvciI6bnVsbCwiTGluZVdlaWdodCI6MC4wLCJMaW5lVHlwZSI6MCwiUGFyZW50U3R5bGUiOm51bGx9LCJQYXJlbnRTdHlsZSI6bnVsbH0sIkR1cmF0aW9uU3R5bGUiOnsiJGlkIjoiMzc4IiwiRm9udFNldHRpbmdzIjp7IiRpZCI6IjM3OSIsIkZvbnRTaXplIjoxMCwiRm9udE5hbWUiOiJDYWxpYnJpIiwiSXNCb2xkIjpmYWxzZSwiSXNJdGFsaWMiOmZhbHNlLCJJc1VuZGVybGluZWQiOmZhbHNlLCJQYXJlbnRTdHlsZSI6bnVsbH0sIkF1dG9TaXplIjowLCJGb3JlZ3JvdW5kIjp7IiRpZCI6IjM4MCIsIkNvbG9yIjp7IiRyZWYiOiI5MyJ9fSwiTWF4V2lkdGgiOjIwMC4wLCJNYXhIZWlnaHQiOiJJbmZpbml0eSIsIlNtYXJ0Rm9yZWdyb3VuZElzQWN0aXZlIjpmYWxzZSwiSG9yaXpvbnRhbEFsaWdubWVudCI6MCwiVmVydGljYWxBbGlnbm1lbnQiOjAsIlNtYXJ0Rm9yZWdyb3VuZCI6bnVsbCwiQmFja2dyb3VuZEZpbGxUeXBlIjowLCJNYXJnaW4iOnsiJGlkIjoiMzgxIiwiVG9wIjowLCJMZWZ0IjowLCJSaWdodCI6MCwiQm90dG9tIjowfSwiUGFkZGluZyI6eyIkaWQiOiIzODIiLCJUb3AiOjAsIkxlZnQiOjAsIlJpZ2h0IjowLCJCb3R0b20iOjB9LCJCYWNrZ3JvdW5kIjp7IiRyZWYiOiI5NiJ9LCJJc1Zpc2libGUiOnRydWUsIldpZHRoIjowLjAsIkhlaWdodCI6MC4wLCJCb3JkZXJTdHlsZSI6eyIkaWQiOiIzODMiLCJMaW5lQ29sb3IiOm51bGwsIkxpbmVXZWlnaHQiOjAuMCwiTGluZVR5cGUiOjAsIlBhcmVudFN0eWxlIjpudWxsfSwiUGFyZW50U3R5bGUiOm51bGx9LCJIb3Jpem9udGFsQ29ubmVjdG9yU3R5bGUiOnsiJGlkIjoiMzg0IiwiTGluZUNvbG9yIjp7IiRyZWYiOiI5OCJ9LCJMaW5lV2VpZ2h0IjoxLjAsIkxpbmVUeXBlIjowLCJQYXJlbnRTdHlsZSI6bnVsbH0sIlZlcnRpY2FsQ29ubmVjdG9yU3R5bGUiOnsiJGlkIjoiMzg1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TAsIklzQmVsb3dUaW1lYmFuZCI6dHJ1ZSwiUGVyY2VudGFnZUNvbXBsZXRlU2hhcGVPcGFjaXR5IjozNSwiU2hhcGVTdHlsZSI6eyIkaWQiOiIzODYiLCJNYXJnaW4iOnsiJGlkIjoiMzg3IiwiVG9wIjowLCJMZWZ0Ijo0LCJSaWdodCI6NCwiQm90dG9tIjowfSwiUGFkZGluZyI6eyIkaWQiOiIzODgiLCJUb3AiOjAsIkxlZnQiOjAsIlJpZ2h0IjowLCJCb3R0b20iOjB9LCJCYWNrZ3JvdW5kIjp7IiRpZCI6IjM4OSIsIkNvbG9yIjp7IiRyZWYiOiIxMDcifX0sIklzVmlzaWJsZSI6dHJ1ZSwiV2lkdGgiOjAuMCwiSGVpZ2h0IjoxNi4wLCJCb3JkZXJTdHlsZSI6eyIkaWQiOiIzOTAiLCJMaW5lQ29sb3IiOnsiJHJlZiI6IjEwOSJ9LCJMaW5lV2VpZ2h0IjowLjAsIkxpbmVUeXBlIjowLCJQYXJlbnRTdHlsZSI6bnVsbH0sIlBhcmVudFN0eWxlIjpudWxsfSwiVGl0bGVTdHlsZSI6eyIkaWQiOiIzOTEiLCJGb250U2V0dGluZ3MiOnsiJGlkIjoiMzkyIiwiRm9udFNpemUiOjExLCJGb250TmFtZSI6IkNhbGlicmkiLCJJc0JvbGQiOnRydWUsIklzSXRhbGljIjpmYWxzZSwiSXNVbmRlcmxpbmVkIjpmYWxzZSwiUGFyZW50U3R5bGUiOm51bGx9LCJBdXRvU2l6ZSI6MCwiRm9yZWdyb3VuZCI6eyIkaWQiOiIzOTMiLCJDb2xvciI6eyIkcmVmIjoiMTE0In19LCJNYXhXaWR0aCI6OTYwLjAsIk1heEhlaWdodCI6IkluZmluaXR5IiwiU21hcnRGb3JlZ3JvdW5kSXNBY3RpdmUiOmZhbHNlLCJIb3Jpem9udGFsQWxpZ25tZW50IjowLCJWZXJ0aWNhbEFsaWdubWVudCI6MCwiU21hcnRGb3JlZ3JvdW5kIjpudWxsLCJCYWNrZ3JvdW5kRmlsbFR5cGUiOjAsIk1hcmdpbiI6eyIkaWQiOiIzOTQiLCJUb3AiOjAsIkxlZnQiOjAsIlJpZ2h0IjowLCJCb3R0b20iOjB9LCJQYWRkaW5nIjp7IiRpZCI6IjM5NSIsIlRvcCI6MCwiTGVmdCI6MCwiUmlnaHQiOjAsIkJvdHRvbSI6MH0sIkJhY2tncm91bmQiOnsiJHJlZiI6IjExNyJ9LCJJc1Zpc2libGUiOnRydWUsIldpZHRoIjowLjAsIkhlaWdodCI6MC4wLCJCb3JkZXJTdHlsZSI6eyIkaWQiOiIzOTYiLCJMaW5lQ29sb3IiOm51bGwsIkxpbmVXZWlnaHQiOjAuMCwiTGluZVR5cGUiOjAsIlBhcmVudFN0eWxlIjpudWxsfSwiUGFyZW50U3R5bGUiOm51bGx9LCJEYXRlU3R5bGUiOnsiJGlkIjoiMzk3IiwiRm9udFNldHRpbmdzIjp7IiRpZCI6IjM5OCIsIkZvbnRTaXplIjoxMCwiRm9udE5hbWUiOiJDYWxpYnJpIiwiSXNCb2xkIjpmYWxzZSwiSXNJdGFsaWMiOmZhbHNlLCJJc1VuZGVybGluZWQiOmZhbHNlLCJQYXJlbnRTdHlsZSI6bnVsbH0sIkF1dG9TaXplIjowLCJGb3JlZ3JvdW5kIjp7IiRpZCI6IjM5OSIsIkNvbG9yIjp7IiRyZWYiOiIxMjEifX0sIk1heFdpZHRoIjoyMDAuMCwiTWF4SGVpZ2h0IjoiSW5maW5pdHkiLCJTbWFydEZvcmVncm91bmRJc0FjdGl2ZSI6ZmFsc2UsIkhvcml6b250YWxBbGlnbm1lbnQiOjAsIlZlcnRpY2FsQWxpZ25tZW50IjowLCJTbWFydEZvcmVncm91bmQiOm51bGwsIkJhY2tncm91bmRGaWxsVHlwZSI6MCwiTWFyZ2luIjp7IiRpZCI6IjQwMCIsIlRvcCI6MCwiTGVmdCI6MCwiUmlnaHQiOjAsIkJvdHRvbSI6MH0sIlBhZGRpbmciOnsiJGlkIjoiNDAxIiwiVG9wIjowLCJMZWZ0IjowLCJSaWdodCI6MCwiQm90dG9tIjowfSwiQmFja2dyb3VuZCI6eyIkcmVmIjoiMTI0In0sIklzVmlzaWJsZSI6dHJ1ZSwiV2lkdGgiOjAuMCwiSGVpZ2h0IjowLjAsIkJvcmRlclN0eWxlIjp7IiRpZCI6IjQwMiIsIkxpbmVDb2xvciI6bnVsbCwiTGluZVdlaWdodCI6MC4wLCJMaW5lVHlwZSI6MCwiUGFyZW50U3R5bGUiOm51bGx9LCJQYXJlbnRTdHlsZSI6bnVsbH0sIkRhdGVGb3JtYXQiOnsiJGlkIjoiNDA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csIlNtYXJ0RHVyYXRpb25BY3RpdmF0ZWQiOmZhbHNlLCJEYXRlRm9ybWF0Ijp7IiRyZWYiOiI0MDMifSwiSWQiOiI0ZDExMmE4NC00ZjE5LTQ0NzktOGU0YS1iYzIzMmZkZWZhMmYiLCJJbXBvcnRJZCI6IjEiLCJUaXRsZSI6IkRlY29tbWlzc2lvbmluZyIsIk5vdGUiOm51bGwsIkh5cGVybGluayI6bnVsbCwiSXNDaGFuZ2VkIjpmYWxzZSwiSXNOZXciOmZhbHNlfV0sIk1zUHJvamVjdEl0ZW1zVHJlZSI6eyIkaWQiOiI0MDQiLCJSb290Ijp7IkltcG9ydElkIjpudWxsLCJJc0ltcG9ydGVkIjpmYWxzZSwiQ2hpbGRyZW4iOltdfX0sIk1ldGFkYXRhIjp7IiRpZCI6IjQwNSIsIkV4Y2VsU2hlZXROYW1lIjoiU2hlZXQxIiwiSXRlbXNUaXRsZXMiOiJbXCJEZXNjcmlwdGlvblwiLFwiUGxhbm5pbmdcIixcIlRlY2ggSGVhbHRoIFNlcnZlcnNcIixcIkhhcmJvciBBcHAgU2VydmVyc1wiLFwiSGFyYm9yIFNRTCBTZXJ2ZXJzXCIsXCJUaHJlZSBGaWxlIFNlcnZlcnNcIixcIlVubG9jayBQb3J0YWxcIixcIkRvbWFpbiBDb250cm9sbGVyc1wiLFwiRGVjb21taXNzaW9uaW5nXCJdIiwiQ29sdW1uc01hcHBpbmciOiJ7XCIkaWRcIjpcIjFcIixcIlRpdGxlQ29sdW1uTmFtZVwiOlwiQ29sdW1uNFwiLFwiVGl0bGVGcmllbmRseUNvbHVtbk5hbWVcIjpcIkRlc2NyaXB0aW9uXCIsXCJTdGFydERhdGVDb2x1bW5OYW1lXCI6XCJDb2x1bW4yXCIsXCJTdGFydERhdGVGcmllbmRseUNvbHVtbk5hbWVcIjpcIlN0YXJ0IERhdGVcIixcIkVuZERhdGVDb2x1bW5OYW1lXCI6XCJDb2x1bW4zXCIsXCJFbmREYXRlRnJpZW5kbHlDb2x1bW5OYW1lXCI6XCJFbmQgRGF0ZVwiLFwiUGVyY2VudGFnZUNvbHVtbk5hbWVcIjpudWxsLFwiUGVyY2VudGFnZUZyaWVuZGx5Q29sdW1uTmFtZVwiOm51bGwsXCJOb3RlQ29sdW1uTmFtZVwiOm51bGwsXCJOb3RlRnJpZW5kbHlDb2x1bW5OYW1lXCI6bnVsbCxcIkhlYWRlclJvd0luZGV4XCI6MX0iLCJIZWFkZXJSb3ciOiJbbnVsbCxcIlN0YXJ0IERhdGVcIixcIkVuZCBEYXRlXCIsXCJEZXNjcmlwdGlvblwiXSJ9LCJTZXR0aW5ncyI6eyIkaWQiOiI0MDYiLCJJbXBhT3B0aW9ucyI6eyIkaWQiOiI0MDciLCJMZWZ0VG9SaWdodCI6ZmFsc2UsIlBheWxvYWRPcHRpb25zIjoyfSwiVXNlQ29tcHJlc3Npb24iOmZhbHNlLCJDb21wcmVzaW9uUGVyY2VudGFnZSI6NTAuMCwiSW5hY3RpdmVJbnRlcnZhbFdpZHRoVGhyZXNob2xkIjozMC4wLCJJbmFjdGl2ZUludGVydmFsV2lkdGgiOjEuMCwiU3BsaXRUYXNrcyI6ZmFsc2UsIlVzZUNsdXN0ZXIiOmZhbHNlLCJFcHNpbG9uIjowLjAsIk1pblBvaW50c1RvRm9ybUFDbHVzdGVyIjoyLCJHZW5lcmF0ZUludmlzaWJsZVNoYXBlcyI6ZmFsc2UsIlNtYXJ0VGltZWxpbmVUYXNrUGVyY2VudGFnZUZpdCI6ZmFsc2V9LCJJc05ldyI6dHJ1ZSwiSW1wb3J0VHlwZSI6NCwiRmlsZVBhdGgiOiJDOlxcVXNlcnNcXGJkb21icm9za2lcXERvY3VtZW50c1xcMjAxOVxcTWlsZXN0b25lc1xcTWlsZXN0b25lcy1DTEMueGxzeCIsIlRpbWVDb25maWd1cmF0aW9uIjp7IiRpZCI6IjQwOCIsIlVzZVRpbWUiOmZhbHNlLCJXb3JrRGF5U3RhcnQiOiIwMDowMDowMCIsIldvcmtEYXlFbmQiOiIyMzo1OTowMCJ9LCJMYXN0VXNlZFRlbXBsYXRlSWQiOiI5OTBkZTAwMi02NzEwLTQ0MmEtOTdkMi04ZDQxNmNjNzY2MmEi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EuMyIsIk9yaWdpbmFsQXNzZW1ibHlWZXJzaW9uIjpudWxsLCJFZGl0aW9uIjoiUGx1cyIsIklzUGx1c0VkaXRpb24iOnRydWV9LCJFZmZlY3QiOjEsIlN0eWxlIjp7IiRpZCI6IjMiLCJUaW1lYmFuZFN0eWxlIjp7IiRpZCI6IjQiLCJTY2FsZU1hcmtpbmciOjAsIlNoYXBlIjowLCJTaGFwZVN0eWxlIjp7IiRpZCI6IjUiLCJNYXJnaW4iOnsiJGlkIjoiNiIsIlRvcCI6MCwiTGVmdCI6MTIsIlJpZ2h0IjoxMiwiQm90dG9tIjowfSwiUGFkZGluZyI6eyIkaWQiOiI3IiwiVG9wIjo1LCJMZWZ0IjowLCJSaWdodCI6MCwiQm90dG9tIjo1fSwiQmFja2dyb3VuZCI6eyIkaWQiOiI4IiwiQ29sb3IiOnsiJGlkIjoiOSIsIkEiOjI1NSwiUiI6MzEsIkciOjczLCJCIjoxMjV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UsIkJvdHRvbSI6MH0sIlBhZGRpbmciOnsiJGlkIjoiMTgiLCJUb3AiOjAsIkxlZnQiOjAsIlJpZ2h0IjowLCJCb3R0b20iOjB9LCJCYWNrZ3JvdW5kIjp7IiRpZCI6IjE5IiwiQ29sb3IiOnsiJGlkIjoiMjAiLCJBIjo4OSwiUiI6MCwiRyI6MCwiQiI6MH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SIsIlRvcCI6MCwiTGVmdCI6MjUsIlJpZ2h0IjowLCJCb3R0b20iOjB9LCJQYWRkaW5nIjp7IiRpZCI6IjI2IiwiVG9wIjowLCJMZWZ0IjowLCJSaWdodCI6MCwiQm90dG9tIjowfSwiQmFja2dyb3VuZCI6eyIkaWQiOiIyNyIsIkNvbG9yIjp7IiRyZWYiOiIyMCJ9fSwiSXNWaXNpYmxlIjp0cnVlLCJXaWR0aCI6MC4wLCJIZWlnaHQiOjAuMCwiQm9yZGVyU3R5bGUiOm51bGwsIlBhcmVudFN0eWxlIjpudWxsfSwiVG9kYXlUZXh0U3R5bGUiOnsiJGlkIjoiMjgiLCJGb250U2V0dGluZ3MiOnsiJGlkIjoiMjkiLCJGb250U2l6ZSI6OS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IiLCJUb3AiOjAsIkxlZnQiOjAsIlJpZ2h0IjowLCJCb3R0b20iOjB9LCJQYWRkaW5nIjp7IiRpZCI6IjMzIiwiVG9wIjowLCJMZWZ0IjowLCJSaWdodCI6MCwiQm90dG9tIjowfSwiQmFja2dyb3VuZCI6eyIkaWQiOiIzNCIsIkNvbG9yIjp7IiRyZWYiOiIyMCJ9fSwiSXNWaXNpYmxlIjp0cnV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iLCJUb3AiOjAsIkxlZnQiOjUsIlJpZ2h0IjowLCJCb3R0b20iOjB9LCJQYWRkaW5nIjp7IiRpZCI6IjQ1IiwiVG9wIjowLCJMZWZ0IjowLCJSaWdodCI6MCwiQm90dG9tIjowfSwiQmFja2dyb3VuZCI6eyIkaWQiOiI0NiIsIkNvbG9yIjp7IiRyZWYiOiIyMCJ9fSwiSXNWaXNpYmxlIjp0cnVlLCJXaWR0aCI6MC4wLCJIZWlnaHQiOjAuMCwiQm9yZGVyU3R5bGUiOm51bGwsIlBhcmVudFN0eWxlIjpudWxsfSwiRWxhcHNlZFRpbWVCYWNrZ3JvdW5kIjp7IiRpZCI6IjQ3IiwiQ29sb3IiOnsiJGlkIjoiNDgiLCJBIjoxOTEsIlIiOjI1NSwiRyI6MCwiQiI6MH19LCJBcHBlbmRZZWFyT25ZZWFyQ2hhbmdlIjp0cnVlLCJFbGFwc2VkVGltZUZvcm1hdCI6MiwiVG9kYXlNYXJrZXJQb3NpdGlvbiI6MywiUXVpY2tQb3NpdGlvbiI6MywiQWJzb2x1dGVQb3NpdGlvbiI6MTYuNCwiTWFyZ2luIjp7IiRpZCI6IjQ5IiwiVG9wIjowLCJMZWZ0IjoxMCwiUmlnaHQiOjEwLCJCb3R0b20iOjB9LCJQYWRkaW5nIjp7IiRpZCI6IjUwIiwiVG9wIjowLCJMZWZ0IjowLCJSaWdodCI6MCwiQm90dG9tIjowfSwiQmFja2dyb3VuZCI6eyIkaWQiOiI1MSIsIkNvbG9yIjp7IiRpZCI6IjUyIiwiQSI6MjU1LCJSIjozMSwiRyI6NzMsIkIiOjEyNX19LCJJc1Zpc2libGUiOnRydWUsIldpZHRoIjowLjAsIkhlaWdodCI6MC4wLCJCb3JkZXJTdHlsZSI6bnVsbCwiUGFyZW50U3R5bGUiOm51bGx9LCJEZWZhdWx0TWlsZXN0b25lU3R5bGUiOnsiJGlkIjoiNTMiLCJTaGFwZSI6MCwiQ29ubmVjdG9yTWFyZ2luIjp7IiRpZCI6IjU0IiwiVG9wIjowLCJMZWZ0IjoyLCJSaWdodCI6MiwiQm90dG9tIjowfSwiQ29ubmVjdG9yU3R5bGUiOnsiJGlkIjoiNTUiLCJMaW5lQ29sb3IiOnsiJGlkIjoiNTYiLCIkdHlwZSI6Ik5MUkUuQ29tbW9uLkRvbS5Tb2xpZENvbG9yQnJ1c2gsIE5MUkUuQ29tbW9uIiwiQ29sb3IiOnsiJGlkIjoiNTciLCJBIjoxMjcsIlIiOjc5LCJHIjoxMjksIkIiOjE4OX19LCJMaW5lV2VpZ2h0IjoxLjAsIkxpbmVUeXBlIjowLCJQYXJlbnRTdHlsZSI6bnVsbH0sIklzQmVsb3dUaW1lYmFuZCI6ZmFsc2UsIkhpZGVEYXRlIjpmYWxzZSwiU2hhcGVTaXplIjoxLCJTcGFjaW5nIjox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CwiRyI6MTE0LCJCIjoxODh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EZWZhdWx0VGFza1N0eWxlIjp7IiRpZCI6IjgyIiwiU2hhcGUiOjAsIlNoYXBlVGhpY2tuZXNzIjowLCJEdXJhdGlvbkZvcm1hdCI6MCwiSW5jbHVkZU5vbldvcmtpbmdEYXlzSW5EdXJhdGlvbiI6ZmFsc2UsIlBlcmNlbnRhZ2VDb21wbGV0ZVN0eWxlIjp7IiRpZCI6IjgzIiwiRm9udFNldHRpbmdzIjp7IiRpZCI6Ijg0IiwiRm9udFNpemUiOjEwLCJGb250TmFtZSI6IkNhbGlicmkiLCJJc0JvbGQiOmZhbHNlLCJJc0l0YWxpYyI6ZmFsc2UsIklzVW5kZXJsaW5lZCI6ZmFsc2UsIlBhcmVudFN0eWxlIjpudWxsfSwiQXV0b1NpemUiOjAsIkZvcmVncm91bmQiOnsiJGlkIjoiODUiLCJDb2xvciI6eyIkaWQiOiI4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DciLCJUb3AiOjAsIkxlZnQiOjAsIlJpZ2h0IjowLCJCb3R0b20iOjB9LCJQYWRkaW5nIjp7IiRpZCI6Ijg4IiwiVG9wIjowLCJMZWZ0IjowLCJSaWdodCI6MCwiQm90dG9tIjowfSwiQmFja2dyb3VuZCI6eyIkaWQiOiI4OSIsIkNvbG9yIjp7IiRyZWYiOiIyMCJ9fSwiSXNWaXNpYmxlIjp0cnVlLCJXaWR0aCI6MC4wLCJIZWlnaHQiOjAuMCwiQm9yZGVyU3R5bGUiOm51bGwsIlBhcmVudFN0eWxlIjpudWxsfSwiRHVyYXRpb25TdHlsZSI6eyIkaWQiOiI5MCIsIkZvbnRTZXR0aW5ncyI6eyIkaWQiOiI5MSIsIkZvbnRTaXplIjoxMCwiRm9udE5hbWUiOiJDYWxpYnJpIiwiSXNCb2xkIjpmYWxzZSwiSXNJdGFsaWMiOmZhbHNlLCJJc1VuZGVybGluZWQiOmZhbHNlLCJQYXJlbnRTdHlsZSI6bnVsbH0sIkF1dG9TaXplIjowLCJGb3JlZ3JvdW5kIjp7IiRpZCI6IjkyIiwiQ29sb3IiOnsiJGlkIjoiOTM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TQiLCJUb3AiOjAsIkxlZnQiOjAsIlJpZ2h0IjowLCJCb3R0b20iOjB9LCJQYWRkaW5nIjp7IiRpZCI6Ijk1IiwiVG9wIjowLCJMZWZ0IjowLCJSaWdodCI6MCwiQm90dG9tIjowfSwiQmFja2dyb3VuZCI6eyIkaWQiOiI5NiIsIkNvbG9yIjp7IiRyZWYiOiIyMCJ9fSwiSXNWaXNpYmxlIjp0cnVlLCJXaWR0aCI6MC4wLCJIZWlnaHQiOjAuMCwiQm9yZGVyU3R5bGUiOm51bGwsIlBhcmVudFN0eWxlIjpudWxsfSwiSG9yaXpvbnRhbENvbm5lY3RvclN0eWxlIjp7IiRpZCI6Ijk3IiwiTGluZUNvbG9yIjp7IiRpZCI6Ijk4IiwiJHR5cGUiOiJOTFJFLkNvbW1vbi5Eb20uU29saWRDb2xvckJydXNoLCBOTFJFLkNvbW1vbiIsIkNvbG9yIjp7IiRpZCI6Ijk5IiwiQSI6MjU1LCJSIjoyMDQsIkciOjIwNCwiQiI6MjA0fX0sIkxpbmVXZWlnaHQiOjEuMCwiTGluZVR5cGUiOjAsIlBhcmVudFN0eWxlIjpudWxsfSwiVmVydGljYWxDb25uZWN0b3JTdHlsZSI6eyIkaWQiOiIxMDAiLCJMaW5lQ29sb3IiOnsiJGlkIjoiMTAxIiwiJHR5cGUiOiJOTFJFLkNvbW1vbi5Eb20uU29saWRDb2xvckJydXNoLCBOTFJFLkNvbW1vbiIsIkNvbG9yIjp7IiRpZCI6IjEwMiIsIkEiOjI1NSwiUiI6MjA0LCJHIjoyMDQsIkIiOjIwNH1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MTAzIiwiTWFyZ2luIjp7IiRpZCI6IjEwNCIsIlRvcCI6MCwiTGVmdCI6NCwiUmlnaHQiOjQsIkJvdHRvbSI6MH0sIlBhZGRpbmciOnsiJGlkIjoiMTA1IiwiVG9wIjowLCJMZWZ0IjowLCJSaWdodCI6MCwiQm90dG9tIjowfSwiQmFja2dyb3VuZCI6eyIkaWQiOiIxMDYiLCJDb2xvciI6eyIkaWQiOiIxMDciLCJBIjoyNTUsIlIiOjAsIkciOjExNCwiQiI6MTg4fX0sIklzVmlzaWJsZSI6dHJ1ZSwiV2lkdGgiOjAuMCwiSGVpZ2h0IjoxMC4wLCJCb3JkZXJTdHlsZSI6eyIkaWQiOiIxMDgiLCJMaW5lQ29sb3IiOnsiJGlkIjoiMTA5IiwiJHR5cGUiOiJOTFJFLkNvbW1vbi5Eb20uU29saWRDb2xvckJydXNoLCBOTFJFLkNvbW1vbiIsIkNvbG9yIjp7IiRpZCI6IjExMCIsIkEiOjI1NSwiUiI6MjU1LCJHIjowLCJCIjowfX0sIkxpbmVXZWlnaHQiOjAuMCwiTGluZVR5cGUiOjAsIlBhcmVudFN0eWxlIjpudWxsfSwiUGFyZW50U3R5bGUiOm51bGx9LCJUaXRsZVN0eWxlIjp7IiRpZCI6IjExMSIsIkZvbnRTZXR0aW5ncyI6eyIkaWQiOiIxMTIiLCJGb250U2l6ZSI6MTEsIkZvbnROYW1lIjoiQ2FsaWJyaSIsIklzQm9sZCI6dHJ1ZSwiSXNJdGFsaWMiOmZhbHNlLCJJc1VuZGVybGluZWQiOmZhbHNlLCJQYXJlbnRTdHlsZSI6bnVsbH0sIkF1dG9TaXplIjowLCJGb3JlZ3JvdW5kIjp7IiRpZCI6IjExMyIsIkNvbG9yIjp7IiRpZCI6IjExNC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UiLCJUb3AiOjAsIkxlZnQiOjAsIlJpZ2h0IjowLCJCb3R0b20iOjB9LCJQYWRkaW5nIjp7IiRpZCI6IjExNiIsIlRvcCI6MCwiTGVmdCI6MCwiUmlnaHQiOjAsIkJvdHRvbSI6MH0sIkJhY2tncm91bmQiOnsiJGlkIjoiMTE3IiwiQ29sb3IiOnsiJHJlZiI6IjIwIn19LCJJc1Zpc2libGUiOnRydWUsIldpZHRoIjowLjAsIkhlaWdodCI6MC4wLCJCb3JkZXJTdHlsZSI6bnVsbCwiUGFyZW50U3R5bGUiOm51bGx9LCJEYXRlU3R5bGUiOnsiJGlkIjoiMTE4IiwiRm9udFNldHRpbmdzIjp7IiRpZCI6IjExOSIsIkZvbnRTaXplIjoxMCwiRm9udE5hbWUiOiJDYWxpYnJpIiwiSXNCb2xkIjpmYWxzZSwiSXNJdGFsaWMiOmZhbHNlLCJJc1VuZGVybGluZWQiOmZhbHNlLCJQYXJlbnRTdHlsZSI6bnVsbH0sIkF1dG9TaXplIjowLCJGb3JlZ3JvdW5kIjp7IiRpZCI6IjEyMCIsIkNvbG9yIjp7IiRpZCI6IjEy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IiLCJUb3AiOjAsIkxlZnQiOjAsIlJpZ2h0IjowLCJCb3R0b20iOjB9LCJQYWRkaW5nIjp7IiRpZCI6IjEyMyIsIlRvcCI6MCwiTGVmdCI6MCwiUmlnaHQiOjAsIkJvdHRvbSI6MH0sIkJhY2tncm91bmQiOnsiJGlkIjoiMTI0IiwiQ29sb3IiOnsiJHJlZiI6IjIwIn19LCJJc1Zpc2libGUiOnRydWUsIldpZHRoIjowLjAsIkhlaWdodCI6MC4wLCJCb3JkZXJTdHlsZSI6bnVsbCwiUGFyZW50U3R5bGUiOm51bGx9LCJEYXRlRm9ybWF0Ijp7IiRpZCI6IjEy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CwiX2V4cGxpY2l0bHlTZXQiOnsiJGlkIjoiMTI2IiwiU2hhcGVTdHlsZSI6ZmFsc2UsIlRpdGxlU3R5bGUiOmZhbHNlLCJEYXRlU3R5bGUiOmZhbHNlLCJIb3Jpem9udGFsQ29ubmVjdG9yU3R5bGUiOmZhbHNlLCJWZXJ0aWNhbENvbm5lY3RvclN0eWxlIjpmYWxzZSwiUGVyY2VudGFnZUNvbXBsZXRlU2hhcGVPcGFjaXR5IjpmYWxzZSwiRHVyYXRpb25Gb3JtYXQiOmZhbHNlLCJEdXJhdGlvblBvc2l0aW9uIjpmYWxzZSwiRW5kRGF0ZVBvc2l0aW9uIjpmYWxzZSwiSXNCZWxvd1RpbWViYW5kIjpmYWxzZSwiUGVyY2VudGFnZUNvbXBsZXRlZFBvc2l0aW9uIjpmYWxzZSwiU2hhcGUiOmZhbHNlLCJTaGFwZVRoaWNrbmVzcyI6ZmFsc2UsIlNwYWNpbmciOmZhbHNlLCJTdGFydERhdGVQb3NpdGlvbiI6ZmFsc2UsIlRpdGxlUG9zaXRpb24iOmZhbHNlLCJEYXRlRm9ybWF0IjpmYWxzZSwiSXNWaXNpYmxlIjpmYWxzZSwiTWFyZ2luIjpmYWxzZX19LCJTaG93RWxhcHNlZFRpbWVHcmFkaWVudFN0eWxlIjpmYWxzZX0sIlNjYWxlIjp7IiRpZCI6IjEyNyIsIlN0YXJ0RGF0ZSI6IjIwMTgtMDEtMTBUMjM6NTk6NTkuOTk5WiIsIkVuZERhdGUiOiIyMDE4LTEyLTIwVDIzOjU5OjU5Ljk5OVoiLCJGb3JtYXQiOiJNTU0iLCJUeXBlIjoyLCJBdXRvRGF0ZVJhbmdlIjp0cnVlLCJXb3JraW5nRGF5cyI6MzEsIlRvZGF5TWFya2VyVGV4dCI6IlRvZGF5IiwiQXV0b1NjYWxlVHlwZSI6dHJ1ZX0sIk1pbGVzdG9uZXMiOltdLCJUYXNrcyI6W3siJGlkIjoiMTI4IiwiR3JvdXBOYW1lIjpudWxsLCJTdGFydERhdGUiOiIyMDE5LTA0LTE1VDAwOjAwOjAwIiwiRW5kRGF0ZSI6IjIwMTktMDUtMDFUMjM6NTk6MDAiLCJQZXJjZW50YWdlQ29tcGxldGUiOm51bGwsIlN0eWxlIjp7IiRpZCI6IjEyOSIsIlNoYXBlIjowLCJTaGFwZVRoaWNrbmVzcyI6MCwiRHVyYXRpb25Gb3JtYXQiOjAsIkluY2x1ZGVOb25Xb3JraW5nRGF5c0luRHVyYXRpb24iOmZhbHNlLCJQZXJjZW50YWdlQ29tcGxldGVTdHlsZSI6eyIkaWQiOiIxMzAiLCJGb250U2V0dGluZ3MiOnsiJGlkIjoiMTMxIiwiRm9udFNpemUiOjEwLCJGb250TmFtZSI6IkNhbGlicmkiLCJJc0JvbGQiOmZhbHNlLCJJc0l0YWxpYyI6ZmFsc2UsIklzVW5kZXJsaW5lZCI6ZmFsc2UsIlBhcmVudFN0eWxlIjpudWxsfSwiQXV0b1NpemUiOjAsIkZvcmVncm91bmQiOnsiJGlkIjoiMTMyIiwiQ29sb3IiOnsiJHJlZiI6Ijg2In19LCJNYXhXaWR0aCI6MjAwLjAsIk1heEhlaWdodCI6IkluZmluaXR5IiwiU21hcnRGb3JlZ3JvdW5kSXNBY3RpdmUiOmZhbHNlLCJIb3Jpem9udGFsQWxpZ25tZW50IjowLCJWZXJ0aWNhbEFsaWdubWVudCI6MCwiU21hcnRGb3JlZ3JvdW5kIjpudWxsLCJCYWNrZ3JvdW5kRmlsbFR5cGUiOjAsIk1hcmdpbiI6eyIkaWQiOiIxMzMiLCJUb3AiOjAsIkxlZnQiOjAsIlJpZ2h0IjowLCJCb3R0b20iOjB9LCJQYWRkaW5nIjp7IiRpZCI6IjEzNCIsIlRvcCI6MCwiTGVmdCI6MCwiUmlnaHQiOjAsIkJvdHRvbSI6MH0sIkJhY2tncm91bmQiOnsiJHJlZiI6Ijg5In0sIklzVmlzaWJsZSI6dHJ1ZSwiV2lkdGgiOjAuMCwiSGVpZ2h0IjowLjAsIkJvcmRlclN0eWxlIjp7IiRpZCI6IjEzNSIsIkxpbmVDb2xvciI6bnVsbCwiTGluZVdlaWdodCI6MC4wLCJMaW5lVHlwZSI6MCwiUGFyZW50U3R5bGUiOm51bGx9LCJQYXJlbnRTdHlsZSI6bnVsbH0sIkR1cmF0aW9uU3R5bGUiOnsiJGlkIjoiMTM2IiwiRm9udFNldHRpbmdzIjp7IiRpZCI6IjEzNyIsIkZvbnRTaXplIjoxMCwiRm9udE5hbWUiOiJDYWxpYnJpIiwiSXNCb2xkIjpmYWxzZSwiSXNJdGFsaWMiOmZhbHNlLCJJc1VuZGVybGluZWQiOmZhbHNlLCJQYXJlbnRTdHlsZSI6bnVsbH0sIkF1dG9TaXplIjowLCJGb3JlZ3JvdW5kIjp7IiRpZCI6IjEzOCIsIkNvbG9yIjp7IiRyZWYiOiI5MyJ9fSwiTWF4V2lkdGgiOjIwMC4wLCJNYXhIZWlnaHQiOiJJbmZpbml0eSIsIlNtYXJ0Rm9yZWdyb3VuZElzQWN0aXZlIjpmYWxzZSwiSG9yaXpvbnRhbEFsaWdubWVudCI6MCwiVmVydGljYWxBbGlnbm1lbnQiOjAsIlNtYXJ0Rm9yZWdyb3VuZCI6bnVsbCwiQmFja2dyb3VuZEZpbGxUeXBlIjowLCJNYXJnaW4iOnsiJGlkIjoiMTM5IiwiVG9wIjowLCJMZWZ0IjowLCJSaWdodCI6MCwiQm90dG9tIjowfSwiUGFkZGluZyI6eyIkaWQiOiIxNDAiLCJUb3AiOjAsIkxlZnQiOjAsIlJpZ2h0IjowLCJCb3R0b20iOjB9LCJCYWNrZ3JvdW5kIjp7IiRyZWYiOiI5NiJ9LCJJc1Zpc2libGUiOnRydWUsIldpZHRoIjowLjAsIkhlaWdodCI6MC4wLCJCb3JkZXJTdHlsZSI6eyIkaWQiOiIxNDEiLCJMaW5lQ29sb3IiOm51bGwsIkxpbmVXZWlnaHQiOjAuMCwiTGluZVR5cGUiOjAsIlBhcmVudFN0eWxlIjpudWxsfSwiUGFyZW50U3R5bGUiOm51bGx9LCJIb3Jpem9udGFsQ29ubmVjdG9yU3R5bGUiOnsiJGlkIjoiMTQyIiwiTGluZUNvbG9yIjp7IiRyZWYiOiI5OCJ9LCJMaW5lV2VpZ2h0IjoxLjAsIkxpbmVUeXBlIjowLCJQYXJlbnRTdHlsZSI6bnVsbH0sIlZlcnRpY2FsQ29ubmVjdG9yU3R5bGUiOnsiJGlkIjoiMTQz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E0NCIsIk1hcmdpbiI6eyIkaWQiOiIxNDUiLCJUb3AiOjAsIkxlZnQiOjQsIlJpZ2h0Ijo0LCJCb3R0b20iOjB9LCJQYWRkaW5nIjp7IiRpZCI6IjE0NiIsIlRvcCI6MCwiTGVmdCI6MCwiUmlnaHQiOjAsIkJvdHRvbSI6MH0sIkJhY2tncm91bmQiOnsiJGlkIjoiMTQ3IiwiQ29sb3IiOnsiJGlkIjoiMTQ4IiwiQSI6MjU1LCJSIjoyNDcsIkciOjE1MCwiQiI6NzB9fSwiSXNWaXNpYmxlIjp0cnVlLCJXaWR0aCI6MC4wLCJIZWlnaHQiOjEwLjAsIkJvcmRlclN0eWxlIjp7IiRpZCI6IjE0OSIsIkxpbmVDb2xvciI6eyIkcmVmIjoiMTA5In0sIkxpbmVXZWlnaHQiOjAuMCwiTGluZVR5cGUiOjAsIlBhcmVudFN0eWxlIjpudWxsfSwiUGFyZW50U3R5bGUiOm51bGx9LCJUaXRsZVN0eWxlIjp7IiRpZCI6IjE1MCIsIkZvbnRTZXR0aW5ncyI6eyIkaWQiOiIxNTEiLCJGb250U2l6ZSI6MTEsIkZvbnROYW1lIjoiQ2FsaWJyaSIsIklzQm9sZCI6dHJ1ZSwiSXNJdGFsaWMiOmZhbHNlLCJJc1VuZGVybGluZWQiOmZhbHNlLCJQYXJlbnRTdHlsZSI6bnVsbH0sIkF1dG9TaXplIjowLCJGb3JlZ3JvdW5kIjp7IiRpZCI6IjE1MiIsIkNvbG9yIjp7IiRyZWYiOiIxMTQifX0sIk1heFdpZHRoIjo5NjAuMCwiTWF4SGVpZ2h0IjoiSW5maW5pdHkiLCJTbWFydEZvcmVncm91bmRJc0FjdGl2ZSI6ZmFsc2UsIkhvcml6b250YWxBbGlnbm1lbnQiOjAsIlZlcnRpY2FsQWxpZ25tZW50IjowLCJTbWFydEZvcmVncm91bmQiOm51bGwsIkJhY2tncm91bmRGaWxsVHlwZSI6MCwiTWFyZ2luIjp7IiRpZCI6IjE1MyIsIlRvcCI6MCwiTGVmdCI6MCwiUmlnaHQiOjAsIkJvdHRvbSI6MH0sIlBhZGRpbmciOnsiJGlkIjoiMTU0IiwiVG9wIjowLCJMZWZ0IjowLCJSaWdodCI6MCwiQm90dG9tIjowfSwiQmFja2dyb3VuZCI6eyIkcmVmIjoiMTE3In0sIklzVmlzaWJsZSI6dHJ1ZSwiV2lkdGgiOjAuMCwiSGVpZ2h0IjowLjAsIkJvcmRlclN0eWxlIjp7IiRpZCI6IjE1NSIsIkxpbmVDb2xvciI6bnVsbCwiTGluZVdlaWdodCI6MC4wLCJMaW5lVHlwZSI6MCwiUGFyZW50U3R5bGUiOm51bGx9LCJQYXJlbnRTdHlsZSI6bnVsbH0sIkRhdGVTdHlsZSI6eyIkaWQiOiIxNTYiLCJGb250U2V0dGluZ3MiOnsiJGlkIjoiMTU3IiwiRm9udFNpemUiOjEwLCJGb250TmFtZSI6IkNhbGlicmkiLCJJc0JvbGQiOmZhbHNlLCJJc0l0YWxpYyI6ZmFsc2UsIklzVW5kZXJsaW5lZCI6ZmFsc2UsIlBhcmVudFN0eWxlIjpudWxsfSwiQXV0b1NpemUiOjAsIkZvcmVncm91bmQiOnsiJGlkIjoiMTU4IiwiQ29sb3IiOnsiJHJlZiI6IjEyMSJ9fSwiTWF4V2lkdGgiOjIwMC4wLCJNYXhIZWlnaHQiOiJJbmZpbml0eSIsIlNtYXJ0Rm9yZWdyb3VuZElzQWN0aXZlIjpmYWxzZSwiSG9yaXpvbnRhbEFsaWdubWVudCI6MCwiVmVydGljYWxBbGlnbm1lbnQiOjAsIlNtYXJ0Rm9yZWdyb3VuZCI6bnVsbCwiQmFja2dyb3VuZEZpbGxUeXBlIjowLCJNYXJnaW4iOnsiJGlkIjoiMTU5IiwiVG9wIjowLCJMZWZ0IjowLCJSaWdodCI6MCwiQm90dG9tIjowfSwiUGFkZGluZyI6eyIkaWQiOiIxNjAiLCJUb3AiOjAsIkxlZnQiOjAsIlJpZ2h0IjowLCJCb3R0b20iOjB9LCJCYWNrZ3JvdW5kIjp7IiRyZWYiOiIxMjQifSwiSXNWaXNpYmxlIjp0cnVlLCJXaWR0aCI6MC4wLCJIZWlnaHQiOjAuMCwiQm9yZGVyU3R5bGUiOnsiJGlkIjoiMTYxIiwiTGluZUNvbG9yIjpudWxsLCJMaW5lV2VpZ2h0IjowLjAsIkxpbmVUeXBlIjowLCJQYXJlbnRTdHlsZSI6bnVsbH0sIlBhcmVudFN0eWxlIjpudWxsfSwiRGF0ZUZvcm1hdCI6eyIkaWQiOiIx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CwiU21hcnREdXJhdGlvbkFjdGl2YXRlZCI6ZmFsc2UsIkRhdGVGb3JtYXQiOnsiJHJlZiI6IjE2MiJ9LCJJZCI6ImQzYTk4OTE1LTYwM2MtNDU5OS1hNGM5LTBmNTI5YzZjMmQ2MCIsIkltcG9ydElkIjoiMSIsIlRpdGxlIjoiUGxhbm5pbmciLCJOb3RlIjpudWxsLCJIeXBlcmxpbmsiOm51bGwsIklzQ2hhbmdlZCI6ZmFsc2UsIklzTmV3IjpmYWxzZX0seyIkaWQiOiIxNjMiLCJHcm91cE5hbWUiOm51bGwsIlN0YXJ0RGF0ZSI6IjIwMTktMDYtMDFUMDA6MDA6MDAiLCJFbmREYXRlIjoiMjAxOS0wNi0xNVQyMzo1OTowMCIsIlBlcmNlbnRhZ2VDb21wbGV0ZSI6bnVsbCwiU3R5bGUiOnsiJGlkIjoiMTY0IiwiU2hhcGUiOjAsIlNoYXBlVGhpY2tuZXNzIjowLCJEdXJhdGlvbkZvcm1hdCI6MCwiSW5jbHVkZU5vbldvcmtpbmdEYXlzSW5EdXJhdGlvbiI6ZmFsc2UsIlBlcmNlbnRhZ2VDb21wbGV0ZVN0eWxlIjp7IiRpZCI6IjE2NSIsIkZvbnRTZXR0aW5ncyI6eyIkaWQiOiIxNjYiLCJGb250U2l6ZSI6MTAsIkZvbnROYW1lIjoiQ2FsaWJyaSIsIklzQm9sZCI6ZmFsc2UsIklzSXRhbGljIjpmYWxzZSwiSXNVbmRlcmxpbmVkIjpmYWxzZSwiUGFyZW50U3R5bGUiOm51bGx9LCJBdXRvU2l6ZSI6MCwiRm9yZWdyb3VuZCI6eyIkaWQiOiIxNjciLCJDb2xvciI6eyIkcmVmIjoiODYifX0sIk1heFdpZHRoIjoyMDAuMCwiTWF4SGVpZ2h0IjoiSW5maW5pdHkiLCJTbWFydEZvcmVncm91bmRJc0FjdGl2ZSI6ZmFsc2UsIkhvcml6b250YWxBbGlnbm1lbnQiOjAsIlZlcnRpY2FsQWxpZ25tZW50IjowLCJTbWFydEZvcmVncm91bmQiOm51bGwsIkJhY2tncm91bmRGaWxsVHlwZSI6MCwiTWFyZ2luIjp7IiRpZCI6IjE2OCIsIlRvcCI6MCwiTGVmdCI6MCwiUmlnaHQiOjAsIkJvdHRvbSI6MH0sIlBhZGRpbmciOnsiJGlkIjoiMTY5IiwiVG9wIjowLCJMZWZ0IjowLCJSaWdodCI6MCwiQm90dG9tIjowfSwiQmFja2dyb3VuZCI6eyIkcmVmIjoiODkifSwiSXNWaXNpYmxlIjp0cnVlLCJXaWR0aCI6MC4wLCJIZWlnaHQiOjAuMCwiQm9yZGVyU3R5bGUiOnsiJGlkIjoiMTcwIiwiTGluZUNvbG9yIjpudWxsLCJMaW5lV2VpZ2h0IjowLjAsIkxpbmVUeXBlIjowLCJQYXJlbnRTdHlsZSI6bnVsbH0sIlBhcmVudFN0eWxlIjpudWxsfSwiRHVyYXRpb25TdHlsZSI6eyIkaWQiOiIxNzEiLCJGb250U2V0dGluZ3MiOnsiJGlkIjoiMTcyIiwiRm9udFNpemUiOjEwLCJGb250TmFtZSI6IkNhbGlicmkiLCJJc0JvbGQiOmZhbHNlLCJJc0l0YWxpYyI6ZmFsc2UsIklzVW5kZXJsaW5lZCI6ZmFsc2UsIlBhcmVudFN0eWxlIjpudWxsfSwiQXV0b1NpemUiOjAsIkZvcmVncm91bmQiOnsiJGlkIjoiMTczIiwiQ29sb3IiOnsiJHJlZiI6IjkzIn19LCJNYXhXaWR0aCI6MjAwLjAsIk1heEhlaWdodCI6IkluZmluaXR5IiwiU21hcnRGb3JlZ3JvdW5kSXNBY3RpdmUiOmZhbHNlLCJIb3Jpem9udGFsQWxpZ25tZW50IjowLCJWZXJ0aWNhbEFsaWdubWVudCI6MCwiU21hcnRGb3JlZ3JvdW5kIjpudWxsLCJCYWNrZ3JvdW5kRmlsbFR5cGUiOjAsIk1hcmdpbiI6eyIkaWQiOiIxNzQiLCJUb3AiOjAsIkxlZnQiOjAsIlJpZ2h0IjowLCJCb3R0b20iOjB9LCJQYWRkaW5nIjp7IiRpZCI6IjE3NSIsIlRvcCI6MCwiTGVmdCI6MCwiUmlnaHQiOjAsIkJvdHRvbSI6MH0sIkJhY2tncm91bmQiOnsiJHJlZiI6Ijk2In0sIklzVmlzaWJsZSI6dHJ1ZSwiV2lkdGgiOjAuMCwiSGVpZ2h0IjowLjAsIkJvcmRlclN0eWxlIjp7IiRpZCI6IjE3NiIsIkxpbmVDb2xvciI6bnVsbCwiTGluZVdlaWdodCI6MC4wLCJMaW5lVHlwZSI6MCwiUGFyZW50U3R5bGUiOm51bGx9LCJQYXJlbnRTdHlsZSI6bnVsbH0sIkhvcml6b250YWxDb25uZWN0b3JTdHlsZSI6eyIkaWQiOiIxNzciLCJMaW5lQ29sb3IiOnsiJHJlZiI6Ijk4In0sIkxpbmVXZWlnaHQiOjEuMCwiTGluZVR5cGUiOjAsIlBhcmVudFN0eWxlIjpudWxsfSwiVmVydGljYWxDb25uZWN0b3JTdHlsZSI6eyIkaWQiOiIxNzg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MTc5IiwiTWFyZ2luIjp7IiRpZCI6IjE4MCIsIlRvcCI6MCwiTGVmdCI6NCwiUmlnaHQiOjQsIkJvdHRvbSI6MH0sIlBhZGRpbmciOnsiJGlkIjoiMTgxIiwiVG9wIjowLCJMZWZ0IjowLCJSaWdodCI6MCwiQm90dG9tIjowfSwiQmFja2dyb3VuZCI6eyIkaWQiOiIxODIiLCJDb2xvciI6eyIkaWQiOiIxODMiLCJBIjoyNTUsIlIiOjc1LCJHIjoxNzIsIkIiOjE5OH19LCJJc1Zpc2libGUiOnRydWUsIldpZHRoIjowLjAsIkhlaWdodCI6MTAuMCwiQm9yZGVyU3R5bGUiOnsiJGlkIjoiMTg0IiwiTGluZUNvbG9yIjp7IiRyZWYiOiIxMDkifSwiTGluZVdlaWdodCI6MC4wLCJMaW5lVHlwZSI6MCwiUGFyZW50U3R5bGUiOm51bGx9LCJQYXJlbnRTdHlsZSI6bnVsbH0sIlRpdGxlU3R5bGUiOnsiJGlkIjoiMTg1IiwiRm9udFNldHRpbmdzIjp7IiRpZCI6IjE4NiIsIkZvbnRTaXplIjoxMSwiRm9udE5hbWUiOiJDYWxpYnJpIiwiSXNCb2xkIjp0cnVlLCJJc0l0YWxpYyI6ZmFsc2UsIklzVW5kZXJsaW5lZCI6ZmFsc2UsIlBhcmVudFN0eWxlIjpudWxsfSwiQXV0b1NpemUiOjAsIkZvcmVncm91bmQiOnsiJGlkIjoiMTg3IiwiQ29sb3IiOnsiJHJlZiI6IjExNCJ9fSwiTWF4V2lkdGgiOjk2MC4wLCJNYXhIZWlnaHQiOiJJbmZpbml0eSIsIlNtYXJ0Rm9yZWdyb3VuZElzQWN0aXZlIjpmYWxzZSwiSG9yaXpvbnRhbEFsaWdubWVudCI6MCwiVmVydGljYWxBbGlnbm1lbnQiOjAsIlNtYXJ0Rm9yZWdyb3VuZCI6bnVsbCwiQmFja2dyb3VuZEZpbGxUeXBlIjowLCJNYXJnaW4iOnsiJGlkIjoiMTg4IiwiVG9wIjowLCJMZWZ0IjowLCJSaWdodCI6MCwiQm90dG9tIjowfSwiUGFkZGluZyI6eyIkaWQiOiIxODkiLCJUb3AiOjAsIkxlZnQiOjAsIlJpZ2h0IjowLCJCb3R0b20iOjB9LCJCYWNrZ3JvdW5kIjp7IiRyZWYiOiIxMTcifSwiSXNWaXNpYmxlIjp0cnVlLCJXaWR0aCI6MC4wLCJIZWlnaHQiOjAuMCwiQm9yZGVyU3R5bGUiOnsiJGlkIjoiMTkwIiwiTGluZUNvbG9yIjpudWxsLCJMaW5lV2VpZ2h0IjowLjAsIkxpbmVUeXBlIjowLCJQYXJlbnRTdHlsZSI6bnVsbH0sIlBhcmVudFN0eWxlIjpudWxsfSwiRGF0ZVN0eWxlIjp7IiRpZCI6IjE5MSIsIkZvbnRTZXR0aW5ncyI6eyIkaWQiOiIxOTIiLCJGb250U2l6ZSI6MTAsIkZvbnROYW1lIjoiQ2FsaWJyaSIsIklzQm9sZCI6ZmFsc2UsIklzSXRhbGljIjpmYWxzZSwiSXNVbmRlcmxpbmVkIjpmYWxzZSwiUGFyZW50U3R5bGUiOm51bGx9LCJBdXRvU2l6ZSI6MCwiRm9yZWdyb3VuZCI6eyIkaWQiOiIxOTMiLCJDb2xvciI6eyIkcmVmIjoiMTIxIn19LCJNYXhXaWR0aCI6MjAwLjAsIk1heEhlaWdodCI6IkluZmluaXR5IiwiU21hcnRGb3JlZ3JvdW5kSXNBY3RpdmUiOmZhbHNlLCJIb3Jpem9udGFsQWxpZ25tZW50IjowLCJWZXJ0aWNhbEFsaWdubWVudCI6MCwiU21hcnRGb3JlZ3JvdW5kIjpudWxsLCJCYWNrZ3JvdW5kRmlsbFR5cGUiOjAsIk1hcmdpbiI6eyIkaWQiOiIxOTQiLCJUb3AiOjAsIkxlZnQiOjAsIlJpZ2h0IjowLCJCb3R0b20iOjB9LCJQYWRkaW5nIjp7IiRpZCI6IjE5NSIsIlRvcCI6MCwiTGVmdCI6MCwiUmlnaHQiOjAsIkJvdHRvbSI6MH0sIkJhY2tncm91bmQiOnsiJHJlZiI6IjEyNCJ9LCJJc1Zpc2libGUiOnRydWUsIldpZHRoIjowLjAsIkhlaWdodCI6MC4wLCJCb3JkZXJTdHlsZSI6eyIkaWQiOiIxOTYiLCJMaW5lQ29sb3IiOm51bGwsIkxpbmVXZWlnaHQiOjAuMCwiTGluZVR5cGUiOjAsIlBhcmVudFN0eWxlIjpudWxsfSwiUGFyZW50U3R5bGUiOm51bGx9LCJEYXRlRm9ybWF0Ijp7IiRpZCI6IjE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LCJTbWFydER1cmF0aW9uQWN0aXZhdGVkIjpmYWxzZSwiRGF0ZUZvcm1hdCI6eyIkcmVmIjoiMTk3In0sIklkIjoiMjBiNzc2OTYtOGFmNi00MGE0LWFlZGItNGUyYWVjZDZhZDI5IiwiSW1wb3J0SWQiOiIxIiwiVGl0bGUiOiJCdWlsZCAyMDE5IFRlc3QgU2VydmVycyAoMjApIiwiTm90ZSI6bnVsbCwiSHlwZXJsaW5rIjpudWxsLCJJc0NoYW5nZWQiOmZhbHNlLCJJc05ldyI6ZmFsc2V9LHsiJGlkIjoiMTk4IiwiR3JvdXBOYW1lIjpudWxsLCJTdGFydERhdGUiOiIyMDE5LTA3LTAxVDAwOjAwOjAwIiwiRW5kRGF0ZSI6IjIwMTktMDgtMDFUMjM6NTk6MDAiLCJQZXJjZW50YWdlQ29tcGxldGUiOm51bGwsIlN0eWxlIjp7IiRpZCI6IjE5OSIsIlNoYXBlIjowLCJTaGFwZVRoaWNrbmVzcyI6MCwiRHVyYXRpb25Gb3JtYXQiOjAsIkluY2x1ZGVOb25Xb3JraW5nRGF5c0luRHVyYXRpb24iOmZhbHNlLCJQZXJjZW50YWdlQ29tcGxldGVTdHlsZSI6eyIkaWQiOiIyMDAiLCJGb250U2V0dGluZ3MiOnsiJGlkIjoiMjAxIiwiRm9udFNpemUiOjEwLCJGb250TmFtZSI6IkNhbGlicmkiLCJJc0JvbGQiOmZhbHNlLCJJc0l0YWxpYyI6ZmFsc2UsIklzVW5kZXJsaW5lZCI6ZmFsc2UsIlBhcmVudFN0eWxlIjpudWxsfSwiQXV0b1NpemUiOjAsIkZvcmVncm91bmQiOnsiJGlkIjoiMjAyIiwiQ29sb3IiOnsiJHJlZiI6Ijg2In19LCJNYXhXaWR0aCI6MjAwLjAsIk1heEhlaWdodCI6IkluZmluaXR5IiwiU21hcnRGb3JlZ3JvdW5kSXNBY3RpdmUiOmZhbHNlLCJIb3Jpem9udGFsQWxpZ25tZW50IjowLCJWZXJ0aWNhbEFsaWdubWVudCI6MCwiU21hcnRGb3JlZ3JvdW5kIjpudWxsLCJCYWNrZ3JvdW5kRmlsbFR5cGUiOjAsIk1hcmdpbiI6eyIkaWQiOiIyMDMiLCJUb3AiOjAsIkxlZnQiOjAsIlJpZ2h0IjowLCJCb3R0b20iOjB9LCJQYWRkaW5nIjp7IiRpZCI6IjIwNCIsIlRvcCI6MCwiTGVmdCI6MCwiUmlnaHQiOjAsIkJvdHRvbSI6MH0sIkJhY2tncm91bmQiOnsiJHJlZiI6Ijg5In0sIklzVmlzaWJsZSI6dHJ1ZSwiV2lkdGgiOjAuMCwiSGVpZ2h0IjowLjAsIkJvcmRlclN0eWxlIjp7IiRpZCI6IjIwNSIsIkxpbmVDb2xvciI6bnVsbCwiTGluZVdlaWdodCI6MC4wLCJMaW5lVHlwZSI6MCwiUGFyZW50U3R5bGUiOm51bGx9LCJQYXJlbnRTdHlsZSI6bnVsbH0sIkR1cmF0aW9uU3R5bGUiOnsiJGlkIjoiMjA2IiwiRm9udFNldHRpbmdzIjp7IiRpZCI6IjIwNyIsIkZvbnRTaXplIjoxMCwiRm9udE5hbWUiOiJDYWxpYnJpIiwiSXNCb2xkIjpmYWxzZSwiSXNJdGFsaWMiOmZhbHNlLCJJc1VuZGVybGluZWQiOmZhbHNlLCJQYXJlbnRTdHlsZSI6bnVsbH0sIkF1dG9TaXplIjowLCJGb3JlZ3JvdW5kIjp7IiRpZCI6IjIwOCIsIkNvbG9yIjp7IiRyZWYiOiI5MyJ9fSwiTWF4V2lkdGgiOjIwMC4wLCJNYXhIZWlnaHQiOiJJbmZpbml0eSIsIlNtYXJ0Rm9yZWdyb3VuZElzQWN0aXZlIjpmYWxzZSwiSG9yaXpvbnRhbEFsaWdubWVudCI6MCwiVmVydGljYWxBbGlnbm1lbnQiOjAsIlNtYXJ0Rm9yZWdyb3VuZCI6bnVsbCwiQmFja2dyb3VuZEZpbGxUeXBlIjowLCJNYXJnaW4iOnsiJGlkIjoiMjA5IiwiVG9wIjowLCJMZWZ0IjowLCJSaWdodCI6MCwiQm90dG9tIjowfSwiUGFkZGluZyI6eyIkaWQiOiIyMTAiLCJUb3AiOjAsIkxlZnQiOjAsIlJpZ2h0IjowLCJCb3R0b20iOjB9LCJCYWNrZ3JvdW5kIjp7IiRyZWYiOiI5NiJ9LCJJc1Zpc2libGUiOnRydWUsIldpZHRoIjowLjAsIkhlaWdodCI6MC4wLCJCb3JkZXJTdHlsZSI6eyIkaWQiOiIyMTEiLCJMaW5lQ29sb3IiOm51bGwsIkxpbmVXZWlnaHQiOjAuMCwiTGluZVR5cGUiOjAsIlBhcmVudFN0eWxlIjpudWxsfSwiUGFyZW50U3R5bGUiOm51bGx9LCJIb3Jpem9udGFsQ29ubmVjdG9yU3R5bGUiOnsiJGlkIjoiMjEyIiwiTGluZUNvbG9yIjp7IiRyZWYiOiI5OCJ9LCJMaW5lV2VpZ2h0IjoxLjAsIkxpbmVUeXBlIjowLCJQYXJlbnRTdHlsZSI6bnVsbH0sIlZlcnRpY2FsQ29ubmVjdG9yU3R5bGUiOnsiJGlkIjoiMjEz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IxNCIsIk1hcmdpbiI6eyIkaWQiOiIyMTUiLCJUb3AiOjAsIkxlZnQiOjQsIlJpZ2h0Ijo0LCJCb3R0b20iOjB9LCJQYWRkaW5nIjp7IiRpZCI6IjIxNiIsIlRvcCI6MCwiTGVmdCI6MCwiUmlnaHQiOjAsIkJvdHRvbSI6MH0sIkJhY2tncm91bmQiOnsiJGlkIjoiMjE3IiwiQ29sb3IiOnsiJGlkIjoiMjE4IiwiQSI6MjU1LCJSIjoyNDcsIkciOjE1MCwiQiI6NzB9fSwiSXNWaXNpYmxlIjp0cnVlLCJXaWR0aCI6MC4wLCJIZWlnaHQiOjEwLjAsIkJvcmRlclN0eWxlIjp7IiRpZCI6IjIxOSIsIkxpbmVDb2xvciI6eyIkcmVmIjoiMTA5In0sIkxpbmVXZWlnaHQiOjAuMCwiTGluZVR5cGUiOjAsIlBhcmVudFN0eWxlIjpudWxsfSwiUGFyZW50U3R5bGUiOm51bGx9LCJUaXRsZVN0eWxlIjp7IiRpZCI6IjIyMCIsIkZvbnRTZXR0aW5ncyI6eyIkaWQiOiIyMjEiLCJGb250U2l6ZSI6MTEsIkZvbnROYW1lIjoiQ2FsaWJyaSIsIklzQm9sZCI6dHJ1ZSwiSXNJdGFsaWMiOmZhbHNlLCJJc1VuZGVybGluZWQiOmZhbHNlLCJQYXJlbnRTdHlsZSI6bnVsbH0sIkF1dG9TaXplIjowLCJGb3JlZ3JvdW5kIjp7IiRpZCI6IjIyMiIsIkNvbG9yIjp7IiRyZWYiOiIxMTQifX0sIk1heFdpZHRoIjo5NjAuMCwiTWF4SGVpZ2h0IjoiSW5maW5pdHkiLCJTbWFydEZvcmVncm91bmRJc0FjdGl2ZSI6ZmFsc2UsIkhvcml6b250YWxBbGlnbm1lbnQiOjAsIlZlcnRpY2FsQWxpZ25tZW50IjowLCJTbWFydEZvcmVncm91bmQiOm51bGwsIkJhY2tncm91bmRGaWxsVHlwZSI6MCwiTWFyZ2luIjp7IiRpZCI6IjIyMyIsIlRvcCI6MCwiTGVmdCI6MCwiUmlnaHQiOjAsIkJvdHRvbSI6MH0sIlBhZGRpbmciOnsiJGlkIjoiMjI0IiwiVG9wIjowLCJMZWZ0IjowLCJSaWdodCI6MCwiQm90dG9tIjowfSwiQmFja2dyb3VuZCI6eyIkcmVmIjoiMTE3In0sIklzVmlzaWJsZSI6dHJ1ZSwiV2lkdGgiOjAuMCwiSGVpZ2h0IjowLjAsIkJvcmRlclN0eWxlIjp7IiRpZCI6IjIyNSIsIkxpbmVDb2xvciI6bnVsbCwiTGluZVdlaWdodCI6MC4wLCJMaW5lVHlwZSI6MCwiUGFyZW50U3R5bGUiOm51bGx9LCJQYXJlbnRTdHlsZSI6bnVsbH0sIkRhdGVTdHlsZSI6eyIkaWQiOiIyMjYiLCJGb250U2V0dGluZ3MiOnsiJGlkIjoiMjI3IiwiRm9udFNpemUiOjEwLCJGb250TmFtZSI6IkNhbGlicmkiLCJJc0JvbGQiOmZhbHNlLCJJc0l0YWxpYyI6ZmFsc2UsIklzVW5kZXJsaW5lZCI6ZmFsc2UsIlBhcmVudFN0eWxlIjpudWxsfSwiQXV0b1NpemUiOjAsIkZvcmVncm91bmQiOnsiJGlkIjoiMjI4IiwiQ29sb3IiOnsiJHJlZiI6IjEyMSJ9fSwiTWF4V2lkdGgiOjIwMC4wLCJNYXhIZWlnaHQiOiJJbmZpbml0eSIsIlNtYXJ0Rm9yZWdyb3VuZElzQWN0aXZlIjpmYWxzZSwiSG9yaXpvbnRhbEFsaWdubWVudCI6MCwiVmVydGljYWxBbGlnbm1lbnQiOjAsIlNtYXJ0Rm9yZWdyb3VuZCI6bnVsbCwiQmFja2dyb3VuZEZpbGxUeXBlIjowLCJNYXJnaW4iOnsiJGlkIjoiMjI5IiwiVG9wIjowLCJMZWZ0IjowLCJSaWdodCI6MCwiQm90dG9tIjowfSwiUGFkZGluZyI6eyIkaWQiOiIyMzAiLCJUb3AiOjAsIkxlZnQiOjAsIlJpZ2h0IjowLCJCb3R0b20iOjB9LCJCYWNrZ3JvdW5kIjp7IiRyZWYiOiIxMjQifSwiSXNWaXNpYmxlIjp0cnVlLCJXaWR0aCI6MC4wLCJIZWlnaHQiOjAuMCwiQm9yZGVyU3R5bGUiOnsiJGlkIjoiMjMxIiwiTGluZUNvbG9yIjpudWxsLCJMaW5lV2VpZ2h0IjowLjAsIkxpbmVUeXBlIjowLCJQYXJlbnRTdHlsZSI6bnVsbH0sIlBhcmVudFN0eWxlIjpudWxsfSwiRGF0ZUZvcm1hdCI6eyIkaWQiOiIy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iwiU21hcnREdXJhdGlvbkFjdGl2YXRlZCI6ZmFsc2UsIkRhdGVGb3JtYXQiOnsiJHJlZiI6IjIzMiJ9LCJJZCI6IjNmMjZlMjkxLWE3OTEtNDBhMC1hNjBiLTY3NzkxNmEyYTU5ZCIsIkltcG9ydElkIjoiMSIsIlRpdGxlIjoiVXBncmFkZSAyMDA4IFByb2QgU2VydmVycyIsIk5vdGUiOm51bGwsIkh5cGVybGluayI6bnVsbCwiSXNDaGFuZ2VkIjpmYWxzZSwiSXNOZXciOmZhbHNlfSx7IiRpZCI6IjIzMyIsIkdyb3VwTmFtZSI6bnVsbCwiU3RhcnREYXRlIjoiMjAxOS0wNi0wMVQwMDowMDowMCIsIkVuZERhdGUiOiIyMDE5LTA3LTAxVDIzOjU5OjAwIiwiUGVyY2VudGFnZUNvbXBsZXRlIjpudWxsLCJTdHlsZSI6eyIkaWQiOiIyMzQiLCJTaGFwZSI6MiwiU2hhcGVUaGlja25lc3MiOjAsIkR1cmF0aW9uRm9ybWF0IjowLCJJbmNsdWRlTm9uV29ya2luZ0RheXNJbkR1cmF0aW9uIjpmYWxzZSwiUGVyY2VudGFnZUNvbXBsZXRlU3R5bGUiOnsiJGlkIjoiMjM1IiwiRm9udFNldHRpbmdzIjp7IiRpZCI6IjIzNiIsIkZvbnRTaXplIjoxMCwiRm9udE5hbWUiOiJDYWxpYnJpIiwiSXNCb2xkIjpmYWxzZSwiSXNJdGFsaWMiOmZhbHNlLCJJc1VuZGVybGluZWQiOmZhbHNlLCJQYXJlbnRTdHlsZSI6bnVsbH0sIkF1dG9TaXplIjowLCJGb3JlZ3JvdW5kIjp7IiRpZCI6IjIzNyIsIkNvbG9yIjp7IiRyZWYiOiI4NiJ9fSwiTWF4V2lkdGgiOjIwMC4wLCJNYXhIZWlnaHQiOiJJbmZpbml0eSIsIlNtYXJ0Rm9yZWdyb3VuZElzQWN0aXZlIjpmYWxzZSwiSG9yaXpvbnRhbEFsaWdubWVudCI6MCwiVmVydGljYWxBbGlnbm1lbnQiOjAsIlNtYXJ0Rm9yZWdyb3VuZCI6bnVsbCwiQmFja2dyb3VuZEZpbGxUeXBlIjowLCJNYXJnaW4iOnsiJGlkIjoiMjM4IiwiVG9wIjowLCJMZWZ0IjowLCJSaWdodCI6MCwiQm90dG9tIjowfSwiUGFkZGluZyI6eyIkaWQiOiIyMzkiLCJUb3AiOjAsIkxlZnQiOjAsIlJpZ2h0IjowLCJCb3R0b20iOjB9LCJCYWNrZ3JvdW5kIjp7IiRyZWYiOiI4OSJ9LCJJc1Zpc2libGUiOnRydWUsIldpZHRoIjowLjAsIkhlaWdodCI6MC4wLCJCb3JkZXJTdHlsZSI6eyIkaWQiOiIyNDAiLCJMaW5lQ29sb3IiOm51bGwsIkxpbmVXZWlnaHQiOjAuMCwiTGluZVR5cGUiOjAsIlBhcmVudFN0eWxlIjpudWxsfSwiUGFyZW50U3R5bGUiOm51bGx9LCJEdXJhdGlvblN0eWxlIjp7IiRpZCI6IjI0MSIsIkZvbnRTZXR0aW5ncyI6eyIkaWQiOiIyNDIiLCJGb250U2l6ZSI6MTAsIkZvbnROYW1lIjoiQ2FsaWJyaSIsIklzQm9sZCI6ZmFsc2UsIklzSXRhbGljIjpmYWxzZSwiSXNVbmRlcmxpbmVkIjpmYWxzZSwiUGFyZW50U3R5bGUiOm51bGx9LCJBdXRvU2l6ZSI6MCwiRm9yZWdyb3VuZCI6eyIkaWQiOiIyNDMiLCJDb2xvciI6eyIkcmVmIjoiOTMifX0sIk1heFdpZHRoIjoyMDAuMCwiTWF4SGVpZ2h0IjoiSW5maW5pdHkiLCJTbWFydEZvcmVncm91bmRJc0FjdGl2ZSI6ZmFsc2UsIkhvcml6b250YWxBbGlnbm1lbnQiOjAsIlZlcnRpY2FsQWxpZ25tZW50IjowLCJTbWFydEZvcmVncm91bmQiOm51bGwsIkJhY2tncm91bmRGaWxsVHlwZSI6MCwiTWFyZ2luIjp7IiRpZCI6IjI0NCIsIlRvcCI6MCwiTGVmdCI6MCwiUmlnaHQiOjAsIkJvdHRvbSI6MH0sIlBhZGRpbmciOnsiJGlkIjoiMjQ1IiwiVG9wIjowLCJMZWZ0IjowLCJSaWdodCI6MCwiQm90dG9tIjowfSwiQmFja2dyb3VuZCI6eyIkcmVmIjoiOTYifSwiSXNWaXNpYmxlIjp0cnVlLCJXaWR0aCI6MC4wLCJIZWlnaHQiOjAuMCwiQm9yZGVyU3R5bGUiOnsiJGlkIjoiMjQ2IiwiTGluZUNvbG9yIjpudWxsLCJMaW5lV2VpZ2h0IjowLjAsIkxpbmVUeXBlIjowLCJQYXJlbnRTdHlsZSI6bnVsbH0sIlBhcmVudFN0eWxlIjpudWxsfSwiSG9yaXpvbnRhbENvbm5lY3RvclN0eWxlIjp7IiRpZCI6IjI0NyIsIkxpbmVDb2xvciI6eyIkcmVmIjoiOTgifSwiTGluZVdlaWdodCI6MS4wLCJMaW5lVHlwZSI6MCwiUGFyZW50U3R5bGUiOm51bGx9LCJWZXJ0aWNhbENvbm5lY3RvclN0eWxlIjp7IiRpZCI6IjI0OC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MsIklzQmVsb3dUaW1lYmFuZCI6dHJ1ZSwiUGVyY2VudGFnZUNvbXBsZXRlU2hhcGVPcGFjaXR5IjozNSwiU2hhcGVTdHlsZSI6eyIkaWQiOiIyNDkiLCJNYXJnaW4iOnsiJGlkIjoiMjUwIiwiVG9wIjowLCJMZWZ0Ijo0LCJSaWdodCI6NCwiQm90dG9tIjowfSwiUGFkZGluZyI6eyIkaWQiOiIyNTEiLCJUb3AiOjAsIkxlZnQiOjAsIlJpZ2h0IjowLCJCb3R0b20iOjB9LCJCYWNrZ3JvdW5kIjp7IiRpZCI6IjI1MiIsIkNvbG9yIjp7IiRyZWYiOiIxMDcifX0sIklzVmlzaWJsZSI6dHJ1ZSwiV2lkdGgiOjAuMCwiSGVpZ2h0IjoxMC4wLCJCb3JkZXJTdHlsZSI6eyIkaWQiOiIyNTMiLCJMaW5lQ29sb3IiOnsiJHJlZiI6IjEwOSJ9LCJMaW5lV2VpZ2h0IjowLjAsIkxpbmVUeXBlIjowLCJQYXJlbnRTdHlsZSI6bnVsbH0sIlBhcmVudFN0eWxlIjpudWxsfSwiVGl0bGVTdHlsZSI6eyIkaWQiOiIyNTQiLCJGb250U2V0dGluZ3MiOnsiJGlkIjoiMjU1IiwiRm9udFNpemUiOjExLCJGb250TmFtZSI6IkNhbGlicmkiLCJJc0JvbGQiOnRydWUsIklzSXRhbGljIjpmYWxzZSwiSXNVbmRlcmxpbmVkIjpmYWxzZSwiUGFyZW50U3R5bGUiOm51bGx9LCJBdXRvU2l6ZSI6MCwiRm9yZWdyb3VuZCI6eyIkaWQiOiIyNTYiLCJDb2xvciI6eyIkcmVmIjoiMTE0In19LCJNYXhXaWR0aCI6OTYwLjAsIk1heEhlaWdodCI6IkluZmluaXR5IiwiU21hcnRGb3JlZ3JvdW5kSXNBY3RpdmUiOmZhbHNlLCJIb3Jpem9udGFsQWxpZ25tZW50IjowLCJWZXJ0aWNhbEFsaWdubWVudCI6MCwiU21hcnRGb3JlZ3JvdW5kIjpudWxsLCJCYWNrZ3JvdW5kRmlsbFR5cGUiOjAsIk1hcmdpbiI6eyIkaWQiOiIyNTciLCJUb3AiOjAsIkxlZnQiOjAsIlJpZ2h0IjowLCJCb3R0b20iOjB9LCJQYWRkaW5nIjp7IiRpZCI6IjI1OCIsIlRvcCI6MCwiTGVmdCI6MCwiUmlnaHQiOjAsIkJvdHRvbSI6MH0sIkJhY2tncm91bmQiOnsiJHJlZiI6IjExNyJ9LCJJc1Zpc2libGUiOnRydWUsIldpZHRoIjowLjAsIkhlaWdodCI6MC4wLCJCb3JkZXJTdHlsZSI6eyIkaWQiOiIyNTkiLCJMaW5lQ29sb3IiOm51bGwsIkxpbmVXZWlnaHQiOjAuMCwiTGluZVR5cGUiOjAsIlBhcmVudFN0eWxlIjpudWxsfSwiUGFyZW50U3R5bGUiOm51bGx9LCJEYXRlU3R5bGUiOnsiJGlkIjoiMjYwIiwiRm9udFNldHRpbmdzIjp7IiRpZCI6IjI2MSIsIkZvbnRTaXplIjoxMCwiRm9udE5hbWUiOiJDYWxpYnJpIiwiSXNCb2xkIjpmYWxzZSwiSXNJdGFsaWMiOmZhbHNlLCJJc1VuZGVybGluZWQiOmZhbHNlLCJQYXJlbnRTdHlsZSI6bnVsbH0sIkF1dG9TaXplIjowLCJGb3JlZ3JvdW5kIjp7IiRpZCI6IjI2MiIsIkNvbG9yIjp7IiRyZWYiOiIxMjEifX0sIk1heFdpZHRoIjoyMDAuMCwiTWF4SGVpZ2h0IjoiSW5maW5pdHkiLCJTbWFydEZvcmVncm91bmRJc0FjdGl2ZSI6ZmFsc2UsIkhvcml6b250YWxBbGlnbm1lbnQiOjAsIlZlcnRpY2FsQWxpZ25tZW50IjowLCJTbWFydEZvcmVncm91bmQiOm51bGwsIkJhY2tncm91bmRGaWxsVHlwZSI6MCwiTWFyZ2luIjp7IiRpZCI6IjI2MyIsIlRvcCI6MCwiTGVmdCI6MCwiUmlnaHQiOjAsIkJvdHRvbSI6MH0sIlBhZGRpbmciOnsiJGlkIjoiMjY0IiwiVG9wIjowLCJMZWZ0IjowLCJSaWdodCI6MCwiQm90dG9tIjowfSwiQmFja2dyb3VuZCI6eyIkcmVmIjoiMTI0In0sIklzVmlzaWJsZSI6dHJ1ZSwiV2lkdGgiOjAuMCwiSGVpZ2h0IjowLjAsIkJvcmRlclN0eWxlIjp7IiRpZCI6IjI2NSIsIkxpbmVDb2xvciI6bnVsbCwiTGluZVdlaWdodCI6MC4wLCJMaW5lVHlwZSI6MCwiUGFyZW50U3R5bGUiOm51bGx9LCJQYXJlbnRTdHlsZSI6bnVsbH0sIkRhdGVGb3JtYXQiOnsiJGlkIjoiMj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MsIlNtYXJ0RHVyYXRpb25BY3RpdmF0ZWQiOmZhbHNlLCJEYXRlRm9ybWF0Ijp7IiRyZWYiOiIyNjYifSwiSWQiOiIxNjJiZjRlOC03NjZiLTQyMWUtOGJhOS0zZjRjODlkNzc2Y2MiLCJJbXBvcnRJZCI6IjEiLCJUaXRsZSI6IlVwZ3JhZGUgU1FMIExvd2VyIiwiTm90ZSI6bnVsbCwiSHlwZXJsaW5rIjpudWxsLCJJc0NoYW5nZWQiOmZhbHNlLCJJc05ldyI6ZmFsc2V9LHsiJGlkIjoiMjY3IiwiR3JvdXBOYW1lIjpudWxsLCJTdGFydERhdGUiOiIyMDE5LTA3LTE1VDAwOjAwOjAwIiwiRW5kRGF0ZSI6IjIwMTktMDgtMTVUMjM6NTk6MDAiLCJQZXJjZW50YWdlQ29tcGxldGUiOm51bGwsIlN0eWxlIjp7IiRpZCI6IjI2OCIsIlNoYXBlIjowLCJTaGFwZVRoaWNrbmVzcyI6MCwiRHVyYXRpb25Gb3JtYXQiOjAsIkluY2x1ZGVOb25Xb3JraW5nRGF5c0luRHVyYXRpb24iOmZhbHNlLCJQZXJjZW50YWdlQ29tcGxldGVTdHlsZSI6eyIkaWQiOiIyNjkiLCJGb250U2V0dGluZ3MiOnsiJGlkIjoiMjcwIiwiRm9udFNpemUiOjEwLCJGb250TmFtZSI6IkNhbGlicmkiLCJJc0JvbGQiOmZhbHNlLCJJc0l0YWxpYyI6ZmFsc2UsIklzVW5kZXJsaW5lZCI6ZmFsc2UsIlBhcmVudFN0eWxlIjpudWxsfSwiQXV0b1NpemUiOjAsIkZvcmVncm91bmQiOnsiJGlkIjoiMjcxIiwiQ29sb3IiOnsiJHJlZiI6Ijg2In19LCJNYXhXaWR0aCI6MjAwLjAsIk1heEhlaWdodCI6IkluZmluaXR5IiwiU21hcnRGb3JlZ3JvdW5kSXNBY3RpdmUiOmZhbHNlLCJIb3Jpem9udGFsQWxpZ25tZW50IjowLCJWZXJ0aWNhbEFsaWdubWVudCI6MCwiU21hcnRGb3JlZ3JvdW5kIjpudWxsLCJCYWNrZ3JvdW5kRmlsbFR5cGUiOjAsIk1hcmdpbiI6eyIkaWQiOiIyNzIiLCJUb3AiOjAsIkxlZnQiOjAsIlJpZ2h0IjowLCJCb3R0b20iOjB9LCJQYWRkaW5nIjp7IiRpZCI6IjI3MyIsIlRvcCI6MCwiTGVmdCI6MCwiUmlnaHQiOjAsIkJvdHRvbSI6MH0sIkJhY2tncm91bmQiOnsiJHJlZiI6Ijg5In0sIklzVmlzaWJsZSI6dHJ1ZSwiV2lkdGgiOjAuMCwiSGVpZ2h0IjowLjAsIkJvcmRlclN0eWxlIjp7IiRpZCI6IjI3NCIsIkxpbmVDb2xvciI6bnVsbCwiTGluZVdlaWdodCI6MC4wLCJMaW5lVHlwZSI6MCwiUGFyZW50U3R5bGUiOm51bGx9LCJQYXJlbnRTdHlsZSI6bnVsbH0sIkR1cmF0aW9uU3R5bGUiOnsiJGlkIjoiMjc1IiwiRm9udFNldHRpbmdzIjp7IiRpZCI6IjI3NiIsIkZvbnRTaXplIjoxMCwiRm9udE5hbWUiOiJDYWxpYnJpIiwiSXNCb2xkIjpmYWxzZSwiSXNJdGFsaWMiOmZhbHNlLCJJc1VuZGVybGluZWQiOmZhbHNlLCJQYXJlbnRTdHlsZSI6bnVsbH0sIkF1dG9TaXplIjowLCJGb3JlZ3JvdW5kIjp7IiRpZCI6IjI3NyIsIkNvbG9yIjp7IiRyZWYiOiI5MyJ9fSwiTWF4V2lkdGgiOjIwMC4wLCJNYXhIZWlnaHQiOiJJbmZpbml0eSIsIlNtYXJ0Rm9yZWdyb3VuZElzQWN0aXZlIjpmYWxzZSwiSG9yaXpvbnRhbEFsaWdubWVudCI6MCwiVmVydGljYWxBbGlnbm1lbnQiOjAsIlNtYXJ0Rm9yZWdyb3VuZCI6bnVsbCwiQmFja2dyb3VuZEZpbGxUeXBlIjowLCJNYXJnaW4iOnsiJGlkIjoiMjc4IiwiVG9wIjowLCJMZWZ0IjowLCJSaWdodCI6MCwiQm90dG9tIjowfSwiUGFkZGluZyI6eyIkaWQiOiIyNzkiLCJUb3AiOjAsIkxlZnQiOjAsIlJpZ2h0IjowLCJCb3R0b20iOjB9LCJCYWNrZ3JvdW5kIjp7IiRyZWYiOiI5NiJ9LCJJc1Zpc2libGUiOnRydWUsIldpZHRoIjowLjAsIkhlaWdodCI6MC4wLCJCb3JkZXJTdHlsZSI6eyIkaWQiOiIyODAiLCJMaW5lQ29sb3IiOm51bGwsIkxpbmVXZWlnaHQiOjAuMCwiTGluZVR5cGUiOjAsIlBhcmVudFN0eWxlIjpudWxsfSwiUGFyZW50U3R5bGUiOm51bGx9LCJIb3Jpem9udGFsQ29ubmVjdG9yU3R5bGUiOnsiJGlkIjoiMjgxIiwiTGluZUNvbG9yIjp7IiRyZWYiOiI5OCJ9LCJMaW5lV2VpZ2h0IjoxLjAsIkxpbmVUeXBlIjowLCJQYXJlbnRTdHlsZSI6bnVsbH0sIlZlcnRpY2FsQ29ubmVjdG9yU3R5bGUiOnsiJGlkIjoiMjgy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I4MyIsIk1hcmdpbiI6eyIkaWQiOiIyODQiLCJUb3AiOjAsIkxlZnQiOjQsIlJpZ2h0Ijo0LCJCb3R0b20iOjB9LCJQYWRkaW5nIjp7IiRpZCI6IjI4NSIsIlRvcCI6MCwiTGVmdCI6MCwiUmlnaHQiOjAsIkJvdHRvbSI6MH0sIkJhY2tncm91bmQiOnsiJGlkIjoiMjg2IiwiQ29sb3IiOnsiJHJlZiI6IjEwNyJ9fSwiSXNWaXNpYmxlIjp0cnVlLCJXaWR0aCI6MC4wLCJIZWlnaHQiOjEwLjAsIkJvcmRlclN0eWxlIjp7IiRpZCI6IjI4NyIsIkxpbmVDb2xvciI6eyIkcmVmIjoiMTA5In0sIkxpbmVXZWlnaHQiOjAuMCwiTGluZVR5cGUiOjAsIlBhcmVudFN0eWxlIjpudWxsfSwiUGFyZW50U3R5bGUiOm51bGx9LCJUaXRsZVN0eWxlIjp7IiRpZCI6IjI4OCIsIkZvbnRTZXR0aW5ncyI6eyIkaWQiOiIyODkiLCJGb250U2l6ZSI6MTEsIkZvbnROYW1lIjoiQ2FsaWJyaSIsIklzQm9sZCI6dHJ1ZSwiSXNJdGFsaWMiOmZhbHNlLCJJc1VuZGVybGluZWQiOmZhbHNlLCJQYXJlbnRTdHlsZSI6bnVsbH0sIkF1dG9TaXplIjowLCJGb3JlZ3JvdW5kIjp7IiRpZCI6IjI5MCIsIkNvbG9yIjp7IiRyZWYiOiIxMTQifX0sIk1heFdpZHRoIjo5NjAuMCwiTWF4SGVpZ2h0IjoiSW5maW5pdHkiLCJTbWFydEZvcmVncm91bmRJc0FjdGl2ZSI6ZmFsc2UsIkhvcml6b250YWxBbGlnbm1lbnQiOjAsIlZlcnRpY2FsQWxpZ25tZW50IjowLCJTbWFydEZvcmVncm91bmQiOm51bGwsIkJhY2tncm91bmRGaWxsVHlwZSI6MCwiTWFyZ2luIjp7IiRpZCI6IjI5MSIsIlRvcCI6MCwiTGVmdCI6MCwiUmlnaHQiOjAsIkJvdHRvbSI6MH0sIlBhZGRpbmciOnsiJGlkIjoiMjkyIiwiVG9wIjowLCJMZWZ0IjowLCJSaWdodCI6MCwiQm90dG9tIjowfSwiQmFja2dyb3VuZCI6eyIkcmVmIjoiMTE3In0sIklzVmlzaWJsZSI6dHJ1ZSwiV2lkdGgiOjAuMCwiSGVpZ2h0IjowLjAsIkJvcmRlclN0eWxlIjp7IiRpZCI6IjI5MyIsIkxpbmVDb2xvciI6bnVsbCwiTGluZVdlaWdodCI6MC4wLCJMaW5lVHlwZSI6MCwiUGFyZW50U3R5bGUiOm51bGx9LCJQYXJlbnRTdHlsZSI6bnVsbH0sIkRhdGVTdHlsZSI6eyIkaWQiOiIyOTQiLCJGb250U2V0dGluZ3MiOnsiJGlkIjoiMjk1IiwiRm9udFNpemUiOjEwLCJGb250TmFtZSI6IkNhbGlicmkiLCJJc0JvbGQiOmZhbHNlLCJJc0l0YWxpYyI6ZmFsc2UsIklzVW5kZXJsaW5lZCI6ZmFsc2UsIlBhcmVudFN0eWxlIjpudWxsfSwiQXV0b1NpemUiOjAsIkZvcmVncm91bmQiOnsiJGlkIjoiMjk2IiwiQ29sb3IiOnsiJHJlZiI6IjEyMSJ9fSwiTWF4V2lkdGgiOjIwMC4wLCJNYXhIZWlnaHQiOiJJbmZpbml0eSIsIlNtYXJ0Rm9yZWdyb3VuZElzQWN0aXZlIjpmYWxzZSwiSG9yaXpvbnRhbEFsaWdubWVudCI6MCwiVmVydGljYWxBbGlnbm1lbnQiOjAsIlNtYXJ0Rm9yZWdyb3VuZCI6bnVsbCwiQmFja2dyb3VuZEZpbGxUeXBlIjowLCJNYXJnaW4iOnsiJGlkIjoiMjk3IiwiVG9wIjowLCJMZWZ0IjowLCJSaWdodCI6MCwiQm90dG9tIjowfSwiUGFkZGluZyI6eyIkaWQiOiIyOTgiLCJUb3AiOjAsIkxlZnQiOjAsIlJpZ2h0IjowLCJCb3R0b20iOjB9LCJCYWNrZ3JvdW5kIjp7IiRyZWYiOiIxMjQifSwiSXNWaXNpYmxlIjp0cnVlLCJXaWR0aCI6MC4wLCJIZWlnaHQiOjAuMCwiQm9yZGVyU3R5bGUiOnsiJGlkIjoiMjk5IiwiTGluZUNvbG9yIjpudWxsLCJMaW5lV2VpZ2h0IjowLjAsIkxpbmVUeXBlIjowLCJQYXJlbnRTdHlsZSI6bnVsbH0sIlBhcmVudFN0eWxlIjpudWxsfSwiRGF0ZUZvcm1hdCI6eyIkaWQiOiIz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NCwiU21hcnREdXJhdGlvbkFjdGl2YXRlZCI6ZmFsc2UsIkRhdGVGb3JtYXQiOnsiJHJlZiI6IjMwMCJ9LCJJZCI6ImQ3YzM0NzEwLTVmNjAtNGU4OC05YmIwLWE4NmJhNjQ2NGE0OCIsIkltcG9ydElkIjoiMSIsIlRpdGxlIjoiVXBncmFkZSBTUWwgUHJvZCIsIk5vdGUiOm51bGwsIkh5cGVybGluayI6bnVsbCwiSXNDaGFuZ2VkIjpmYWxzZSwiSXNOZXciOmZhbHNlfSx7IiRpZCI6IjMwMSIsIkdyb3VwTmFtZSI6bnVsbCwiU3RhcnREYXRlIjoiMjAxOS0wOS0wMVQwMDowMDowMCIsIkVuZERhdGUiOiIyMDE5LTEwLTAxVDIzOjU5OjAwIiwiUGVyY2VudGFnZUNvbXBsZXRlIjpudWxsLCJTdHlsZSI6eyIkaWQiOiIzMDIiLCJTaGFwZSI6MywiU2hhcGVUaGlja25lc3MiOjAsIkR1cmF0aW9uRm9ybWF0IjowLCJJbmNsdWRlTm9uV29ya2luZ0RheXNJbkR1cmF0aW9uIjpmYWxzZSwiUGVyY2VudGFnZUNvbXBsZXRlU3R5bGUiOnsiJGlkIjoiMzAzIiwiRm9udFNldHRpbmdzIjp7IiRpZCI6IjMwNCIsIkZvbnRTaXplIjoxMCwiRm9udE5hbWUiOiJDYWxpYnJpIiwiSXNCb2xkIjpmYWxzZSwiSXNJdGFsaWMiOmZhbHNlLCJJc1VuZGVybGluZWQiOmZhbHNlLCJQYXJlbnRTdHlsZSI6bnVsbH0sIkF1dG9TaXplIjowLCJGb3JlZ3JvdW5kIjp7IiRpZCI6IjMwNSIsIkNvbG9yIjp7IiRyZWYiOiI4NiJ9fSwiTWF4V2lkdGgiOjIwMC4wLCJNYXhIZWlnaHQiOiJJbmZpbml0eSIsIlNtYXJ0Rm9yZWdyb3VuZElzQWN0aXZlIjpmYWxzZSwiSG9yaXpvbnRhbEFsaWdubWVudCI6MCwiVmVydGljYWxBbGlnbm1lbnQiOjAsIlNtYXJ0Rm9yZWdyb3VuZCI6bnVsbCwiQmFja2dyb3VuZEZpbGxUeXBlIjowLCJNYXJnaW4iOnsiJGlkIjoiMzA2IiwiVG9wIjowLCJMZWZ0IjowLCJSaWdodCI6MCwiQm90dG9tIjowfSwiUGFkZGluZyI6eyIkaWQiOiIzMDciLCJUb3AiOjAsIkxlZnQiOjAsIlJpZ2h0IjowLCJCb3R0b20iOjB9LCJCYWNrZ3JvdW5kIjp7IiRyZWYiOiI4OSJ9LCJJc1Zpc2libGUiOnRydWUsIldpZHRoIjowLjAsIkhlaWdodCI6MC4wLCJCb3JkZXJTdHlsZSI6eyIkaWQiOiIzMDgiLCJMaW5lQ29sb3IiOm51bGwsIkxpbmVXZWlnaHQiOjAuMCwiTGluZVR5cGUiOjAsIlBhcmVudFN0eWxlIjpudWxsfSwiUGFyZW50U3R5bGUiOm51bGx9LCJEdXJhdGlvblN0eWxlIjp7IiRpZCI6IjMwOSIsIkZvbnRTZXR0aW5ncyI6eyIkaWQiOiIzMTAiLCJGb250U2l6ZSI6MTAsIkZvbnROYW1lIjoiQ2FsaWJyaSIsIklzQm9sZCI6ZmFsc2UsIklzSXRhbGljIjpmYWxzZSwiSXNVbmRlcmxpbmVkIjpmYWxzZSwiUGFyZW50U3R5bGUiOm51bGx9LCJBdXRvU2l6ZSI6MCwiRm9yZWdyb3VuZCI6eyIkaWQiOiIzMTEiLCJDb2xvciI6eyIkcmVmIjoiOTMifX0sIk1heFdpZHRoIjoyMDAuMCwiTWF4SGVpZ2h0IjoiSW5maW5pdHkiLCJTbWFydEZvcmVncm91bmRJc0FjdGl2ZSI6ZmFsc2UsIkhvcml6b250YWxBbGlnbm1lbnQiOjAsIlZlcnRpY2FsQWxpZ25tZW50IjowLCJTbWFydEZvcmVncm91bmQiOm51bGwsIkJhY2tncm91bmRGaWxsVHlwZSI6MCwiTWFyZ2luIjp7IiRpZCI6IjMxMiIsIlRvcCI6MCwiTGVmdCI6MCwiUmlnaHQiOjAsIkJvdHRvbSI6MH0sIlBhZGRpbmciOnsiJGlkIjoiMzEzIiwiVG9wIjowLCJMZWZ0IjowLCJSaWdodCI6MCwiQm90dG9tIjowfSwiQmFja2dyb3VuZCI6eyIkcmVmIjoiOTYifSwiSXNWaXNpYmxlIjp0cnVlLCJXaWR0aCI6MC4wLCJIZWlnaHQiOjAuMCwiQm9yZGVyU3R5bGUiOnsiJGlkIjoiMzE0IiwiTGluZUNvbG9yIjpudWxsLCJMaW5lV2VpZ2h0IjowLjAsIkxpbmVUeXBlIjowLCJQYXJlbnRTdHlsZSI6bnVsbH0sIlBhcmVudFN0eWxlIjpudWxsfSwiSG9yaXpvbnRhbENvbm5lY3RvclN0eWxlIjp7IiRpZCI6IjMxNSIsIkxpbmVDb2xvciI6eyIkcmVmIjoiOTgifSwiTGluZVdlaWdodCI6MS4wLCJMaW5lVHlwZSI6MCwiUGFyZW50U3R5bGUiOm51bGx9LCJWZXJ0aWNhbENvbm5lY3RvclN0eWxlIjp7IiRpZCI6IjMxNi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MsIklzQmVsb3dUaW1lYmFuZCI6dHJ1ZSwiUGVyY2VudGFnZUNvbXBsZXRlU2hhcGVPcGFjaXR5IjozNSwiU2hhcGVTdHlsZSI6eyIkaWQiOiIzMTciLCJNYXJnaW4iOnsiJGlkIjoiMzE4IiwiVG9wIjowLCJMZWZ0Ijo0LCJSaWdodCI6NCwiQm90dG9tIjowfSwiUGFkZGluZyI6eyIkaWQiOiIzMTkiLCJUb3AiOjAsIkxlZnQiOjAsIlJpZ2h0IjowLCJCb3R0b20iOjB9LCJCYWNrZ3JvdW5kIjp7IiRpZCI6IjMyMCIsIkNvbG9yIjp7IiRpZCI6IjMyMSIsIkEiOjI1NSwiUiI6MTU1LCJHIjoxODcsIkIiOjg5fX0sIklzVmlzaWJsZSI6dHJ1ZSwiV2lkdGgiOjAuMCwiSGVpZ2h0IjoxMC4wLCJCb3JkZXJTdHlsZSI6eyIkaWQiOiIzMjIiLCJMaW5lQ29sb3IiOnsiJHJlZiI6IjEwOSJ9LCJMaW5lV2VpZ2h0IjowLjAsIkxpbmVUeXBlIjowLCJQYXJlbnRTdHlsZSI6bnVsbH0sIlBhcmVudFN0eWxlIjpudWxsfSwiVGl0bGVTdHlsZSI6eyIkaWQiOiIzMjMiLCJGb250U2V0dGluZ3MiOnsiJGlkIjoiMzI0IiwiRm9udFNpemUiOjExLCJGb250TmFtZSI6IkNhbGlicmkiLCJJc0JvbGQiOnRydWUsIklzSXRhbGljIjpmYWxzZSwiSXNVbmRlcmxpbmVkIjpmYWxzZSwiUGFyZW50U3R5bGUiOm51bGx9LCJBdXRvU2l6ZSI6MCwiRm9yZWdyb3VuZCI6eyIkaWQiOiIzMjUiLCJDb2xvciI6eyIkcmVmIjoiMTE0In19LCJNYXhXaWR0aCI6OTYwLjAsIk1heEhlaWdodCI6IkluZmluaXR5IiwiU21hcnRGb3JlZ3JvdW5kSXNBY3RpdmUiOmZhbHNlLCJIb3Jpem9udGFsQWxpZ25tZW50IjowLCJWZXJ0aWNhbEFsaWdubWVudCI6MCwiU21hcnRGb3JlZ3JvdW5kIjpudWxsLCJCYWNrZ3JvdW5kRmlsbFR5cGUiOjAsIk1hcmdpbiI6eyIkaWQiOiIzMjYiLCJUb3AiOjAsIkxlZnQiOjAsIlJpZ2h0IjowLCJCb3R0b20iOjB9LCJQYWRkaW5nIjp7IiRpZCI6IjMyNyIsIlRvcCI6MCwiTGVmdCI6MCwiUmlnaHQiOjAsIkJvdHRvbSI6MH0sIkJhY2tncm91bmQiOnsiJHJlZiI6IjExNyJ9LCJJc1Zpc2libGUiOnRydWUsIldpZHRoIjowLjAsIkhlaWdodCI6MC4wLCJCb3JkZXJTdHlsZSI6eyIkaWQiOiIzMjgiLCJMaW5lQ29sb3IiOm51bGwsIkxpbmVXZWlnaHQiOjAuMCwiTGluZVR5cGUiOjAsIlBhcmVudFN0eWxlIjpudWxsfSwiUGFyZW50U3R5bGUiOm51bGx9LCJEYXRlU3R5bGUiOnsiJGlkIjoiMzI5IiwiRm9udFNldHRpbmdzIjp7IiRpZCI6IjMzMCIsIkZvbnRTaXplIjoxMCwiRm9udE5hbWUiOiJDYWxpYnJpIiwiSXNCb2xkIjpmYWxzZSwiSXNJdGFsaWMiOmZhbHNlLCJJc1VuZGVybGluZWQiOmZhbHNlLCJQYXJlbnRTdHlsZSI6bnVsbH0sIkF1dG9TaXplIjowLCJGb3JlZ3JvdW5kIjp7IiRpZCI6IjMzMSIsIkNvbG9yIjp7IiRyZWYiOiIxMjEifX0sIk1heFdpZHRoIjoyMDAuMCwiTWF4SGVpZ2h0IjoiSW5maW5pdHkiLCJTbWFydEZvcmVncm91bmRJc0FjdGl2ZSI6ZmFsc2UsIkhvcml6b250YWxBbGlnbm1lbnQiOjAsIlZlcnRpY2FsQWxpZ25tZW50IjowLCJTbWFydEZvcmVncm91bmQiOm51bGwsIkJhY2tncm91bmRGaWxsVHlwZSI6MCwiTWFyZ2luIjp7IiRpZCI6IjMzMiIsIlRvcCI6MCwiTGVmdCI6MCwiUmlnaHQiOjAsIkJvdHRvbSI6MH0sIlBhZGRpbmciOnsiJGlkIjoiMzMzIiwiVG9wIjowLCJMZWZ0IjowLCJSaWdodCI6MCwiQm90dG9tIjowfSwiQmFja2dyb3VuZCI6eyIkcmVmIjoiMTI0In0sIklzVmlzaWJsZSI6dHJ1ZSwiV2lkdGgiOjAuMCwiSGVpZ2h0IjowLjAsIkJvcmRlclN0eWxlIjp7IiRpZCI6IjMzNCIsIkxpbmVDb2xvciI6bnVsbCwiTGluZVdlaWdodCI6MC4wLCJMaW5lVHlwZSI6MCwiUGFyZW50U3R5bGUiOm51bGx9LCJQYXJlbnRTdHlsZSI6bnVsbH0sIkRhdGVGb3JtYXQiOnsiJGlkIjoiMzM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UsIlNtYXJ0RHVyYXRpb25BY3RpdmF0ZWQiOmZhbHNlLCJEYXRlRm9ybWF0Ijp7IiRyZWYiOiIzMzUifSwiSWQiOiIwMjUwYzBjZC0zMDI0LTQ0YjQtYjkxNy03MjU3NzRhNGRmYjYiLCJJbXBvcnRJZCI6IjEiLCJUaXRsZSI6IkJ1aWxkIFNlcnZlcnMgQXBwIFNlcnZlcnMgREM0IiwiTm90ZSI6bnVsbCwiSHlwZXJsaW5rIjpudWxsLCJJc0NoYW5nZWQiOmZhbHNlLCJJc05ldyI6ZmFsc2V9LHsiJGlkIjoiMzM2IiwiR3JvdXBOYW1lIjpudWxsLCJTdGFydERhdGUiOiIyMDE5LTA3LTAxVDAwOjAwOjAwIiwiRW5kRGF0ZSI6IjIwMTktMDgtMDFUMjM6NTk6MDAiLCJQZXJjZW50YWdlQ29tcGxldGUiOm51bGwsIlN0eWxlIjp7IiRpZCI6IjMzNyIsIlNoYXBlIjowLCJTaGFwZVRoaWNrbmVzcyI6MCwiRHVyYXRpb25Gb3JtYXQiOjAsIkluY2x1ZGVOb25Xb3JraW5nRGF5c0luRHVyYXRpb24iOmZhbHNlLCJQZXJjZW50YWdlQ29tcGxldGVTdHlsZSI6eyIkaWQiOiIzMzgiLCJGb250U2V0dGluZ3MiOnsiJGlkIjoiMzM5IiwiRm9udFNpemUiOjEwLCJGb250TmFtZSI6IkNhbGlicmkiLCJJc0JvbGQiOmZhbHNlLCJJc0l0YWxpYyI6ZmFsc2UsIklzVW5kZXJsaW5lZCI6ZmFsc2UsIlBhcmVudFN0eWxlIjpudWxsfSwiQXV0b1NpemUiOjAsIkZvcmVncm91bmQiOnsiJGlkIjoiMzQwIiwiQ29sb3IiOnsiJHJlZiI6Ijg2In19LCJNYXhXaWR0aCI6MjAwLjAsIk1heEhlaWdodCI6IkluZmluaXR5IiwiU21hcnRGb3JlZ3JvdW5kSXNBY3RpdmUiOmZhbHNlLCJIb3Jpem9udGFsQWxpZ25tZW50IjowLCJWZXJ0aWNhbEFsaWdubWVudCI6MCwiU21hcnRGb3JlZ3JvdW5kIjpudWxsLCJCYWNrZ3JvdW5kRmlsbFR5cGUiOjAsIk1hcmdpbiI6eyIkaWQiOiIzNDEiLCJUb3AiOjAsIkxlZnQiOjAsIlJpZ2h0IjowLCJCb3R0b20iOjB9LCJQYWRkaW5nIjp7IiRpZCI6IjM0MiIsIlRvcCI6MCwiTGVmdCI6MCwiUmlnaHQiOjAsIkJvdHRvbSI6MH0sIkJhY2tncm91bmQiOnsiJHJlZiI6Ijg5In0sIklzVmlzaWJsZSI6dHJ1ZSwiV2lkdGgiOjAuMCwiSGVpZ2h0IjowLjAsIkJvcmRlclN0eWxlIjp7IiRpZCI6IjM0MyIsIkxpbmVDb2xvciI6bnVsbCwiTGluZVdlaWdodCI6MC4wLCJMaW5lVHlwZSI6MCwiUGFyZW50U3R5bGUiOm51bGx9LCJQYXJlbnRTdHlsZSI6bnVsbH0sIkR1cmF0aW9uU3R5bGUiOnsiJGlkIjoiMzQ0IiwiRm9udFNldHRpbmdzIjp7IiRpZCI6IjM0NSIsIkZvbnRTaXplIjoxMCwiRm9udE5hbWUiOiJDYWxpYnJpIiwiSXNCb2xkIjpmYWxzZSwiSXNJdGFsaWMiOmZhbHNlLCJJc1VuZGVybGluZWQiOmZhbHNlLCJQYXJlbnRTdHlsZSI6bnVsbH0sIkF1dG9TaXplIjowLCJGb3JlZ3JvdW5kIjp7IiRpZCI6IjM0NiIsIkNvbG9yIjp7IiRyZWYiOiI5MyJ9fSwiTWF4V2lkdGgiOjIwMC4wLCJNYXhIZWlnaHQiOiJJbmZpbml0eSIsIlNtYXJ0Rm9yZWdyb3VuZElzQWN0aXZlIjpmYWxzZSwiSG9yaXpvbnRhbEFsaWdubWVudCI6MCwiVmVydGljYWxBbGlnbm1lbnQiOjAsIlNtYXJ0Rm9yZWdyb3VuZCI6bnVsbCwiQmFja2dyb3VuZEZpbGxUeXBlIjowLCJNYXJnaW4iOnsiJGlkIjoiMzQ3IiwiVG9wIjowLCJMZWZ0IjowLCJSaWdodCI6MCwiQm90dG9tIjowfSwiUGFkZGluZyI6eyIkaWQiOiIzNDgiLCJUb3AiOjAsIkxlZnQiOjAsIlJpZ2h0IjowLCJCb3R0b20iOjB9LCJCYWNrZ3JvdW5kIjp7IiRyZWYiOiI5NiJ9LCJJc1Zpc2libGUiOnRydWUsIldpZHRoIjowLjAsIkhlaWdodCI6MC4wLCJCb3JkZXJTdHlsZSI6eyIkaWQiOiIzNDkiLCJMaW5lQ29sb3IiOm51bGwsIkxpbmVXZWlnaHQiOjAuMCwiTGluZVR5cGUiOjAsIlBhcmVudFN0eWxlIjpudWxsfSwiUGFyZW50U3R5bGUiOm51bGx9LCJIb3Jpem9udGFsQ29ubmVjdG9yU3R5bGUiOnsiJGlkIjoiMzUwIiwiTGluZUNvbG9yIjp7IiRyZWYiOiI5OCJ9LCJMaW5lV2VpZ2h0IjoxLjAsIkxpbmVUeXBlIjowLCJQYXJlbnRTdHlsZSI6bnVsbH0sIlZlcnRpY2FsQ29ubmVjdG9yU3R5bGUiOnsiJGlkIjoiMzUx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M1MiIsIk1hcmdpbiI6eyIkaWQiOiIzNTMiLCJUb3AiOjAsIkxlZnQiOjQsIlJpZ2h0Ijo0LCJCb3R0b20iOjB9LCJQYWRkaW5nIjp7IiRpZCI6IjM1NCIsIlRvcCI6MCwiTGVmdCI6MCwiUmlnaHQiOjAsIkJvdHRvbSI6MH0sIkJhY2tncm91bmQiOnsiJGlkIjoiMzU1IiwiQ29sb3IiOnsiJHJlZiI6IjEwNyJ9fSwiSXNWaXNpYmxlIjp0cnVlLCJXaWR0aCI6MC4wLCJIZWlnaHQiOjEwLjAsIkJvcmRlclN0eWxlIjp7IiRpZCI6IjM1NiIsIkxpbmVDb2xvciI6eyIkcmVmIjoiMTA5In0sIkxpbmVXZWlnaHQiOjAuMCwiTGluZVR5cGUiOjAsIlBhcmVudFN0eWxlIjpudWxsfSwiUGFyZW50U3R5bGUiOm51bGx9LCJUaXRsZVN0eWxlIjp7IiRpZCI6IjM1NyIsIkZvbnRTZXR0aW5ncyI6eyIkaWQiOiIzNTgiLCJGb250U2l6ZSI6MTEsIkZvbnROYW1lIjoiQ2FsaWJyaSIsIklzQm9sZCI6dHJ1ZSwiSXNJdGFsaWMiOmZhbHNlLCJJc1VuZGVybGluZWQiOmZhbHNlLCJQYXJlbnRTdHlsZSI6bnVsbH0sIkF1dG9TaXplIjowLCJGb3JlZ3JvdW5kIjp7IiRpZCI6IjM1OSIsIkNvbG9yIjp7IiRyZWYiOiIxMTQifX0sIk1heFdpZHRoIjo5NjAuMCwiTWF4SGVpZ2h0IjoiSW5maW5pdHkiLCJTbWFydEZvcmVncm91bmRJc0FjdGl2ZSI6ZmFsc2UsIkhvcml6b250YWxBbGlnbm1lbnQiOjAsIlZlcnRpY2FsQWxpZ25tZW50IjowLCJTbWFydEZvcmVncm91bmQiOm51bGwsIkJhY2tncm91bmRGaWxsVHlwZSI6MCwiTWFyZ2luIjp7IiRpZCI6IjM2MCIsIlRvcCI6MCwiTGVmdCI6MCwiUmlnaHQiOjAsIkJvdHRvbSI6MH0sIlBhZGRpbmciOnsiJGlkIjoiMzYxIiwiVG9wIjowLCJMZWZ0IjowLCJSaWdodCI6MCwiQm90dG9tIjowfSwiQmFja2dyb3VuZCI6eyIkcmVmIjoiMTE3In0sIklzVmlzaWJsZSI6dHJ1ZSwiV2lkdGgiOjAuMCwiSGVpZ2h0IjowLjAsIkJvcmRlclN0eWxlIjp7IiRpZCI6IjM2MiIsIkxpbmVDb2xvciI6bnVsbCwiTGluZVdlaWdodCI6MC4wLCJMaW5lVHlwZSI6MCwiUGFyZW50U3R5bGUiOm51bGx9LCJQYXJlbnRTdHlsZSI6bnVsbH0sIkRhdGVTdHlsZSI6eyIkaWQiOiIzNjMiLCJGb250U2V0dGluZ3MiOnsiJGlkIjoiMzY0IiwiRm9udFNpemUiOjEwLCJGb250TmFtZSI6IkNhbGlicmkiLCJJc0JvbGQiOmZhbHNlLCJJc0l0YWxpYyI6ZmFsc2UsIklzVW5kZXJsaW5lZCI6ZmFsc2UsIlBhcmVudFN0eWxlIjpudWxsfSwiQXV0b1NpemUiOjAsIkZvcmVncm91bmQiOnsiJGlkIjoiMzY1IiwiQ29sb3IiOnsiJHJlZiI6IjEyMSJ9fSwiTWF4V2lkdGgiOjIwMC4wLCJNYXhIZWlnaHQiOiJJbmZpbml0eSIsIlNtYXJ0Rm9yZWdyb3VuZElzQWN0aXZlIjpmYWxzZSwiSG9yaXpvbnRhbEFsaWdubWVudCI6MCwiVmVydGljYWxBbGlnbm1lbnQiOjAsIlNtYXJ0Rm9yZWdyb3VuZCI6bnVsbCwiQmFja2dyb3VuZEZpbGxUeXBlIjowLCJNYXJnaW4iOnsiJGlkIjoiMzY2IiwiVG9wIjowLCJMZWZ0IjowLCJSaWdodCI6MCwiQm90dG9tIjowfSwiUGFkZGluZyI6eyIkaWQiOiIzNjciLCJUb3AiOjAsIkxlZnQiOjAsIlJpZ2h0IjowLCJCb3R0b20iOjB9LCJCYWNrZ3JvdW5kIjp7IiRyZWYiOiIxMjQifSwiSXNWaXNpYmxlIjp0cnVlLCJXaWR0aCI6MC4wLCJIZWlnaHQiOjAuMCwiQm9yZGVyU3R5bGUiOnsiJGlkIjoiMzY4IiwiTGluZUNvbG9yIjpudWxsLCJMaW5lV2VpZ2h0IjowLjAsIkxpbmVUeXBlIjowLCJQYXJlbnRTdHlsZSI6bnVsbH0sIlBhcmVudFN0eWxlIjpudWxsfSwiRGF0ZUZvcm1hdCI6eyIkaWQiOiIzN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NiwiU21hcnREdXJhdGlvbkFjdGl2YXRlZCI6ZmFsc2UsIkRhdGVGb3JtYXQiOnsiJHJlZiI6IjM2OSJ9LCJJZCI6IjRiM2IxNzQzLWNhZDQtNGIxMy1hYzQwLWVkZWUwM2ZmZWZkYiIsIkltcG9ydElkIjoiMSIsIlRpdGxlIjoiVXBncmFkZSBBbGlnbi1GaWxlIHRvIDIwMTYgT1MiLCJOb3RlIjpudWxsLCJIeXBlcmxpbmsiOm51bGwsIklzQ2hhbmdlZCI6ZmFsc2UsIklzTmV3IjpmYWxzZX0seyIkaWQiOiIzNzAiLCJHcm91cE5hbWUiOm51bGwsIlN0YXJ0RGF0ZSI6IjIwMTktMDgtMTVUMDA6MDA6MDAiLCJFbmREYXRlIjoiMjAxOS0wOS0wMVQyMzo1OTowMCIsIlBlcmNlbnRhZ2VDb21wbGV0ZSI6bnVsbCwiU3R5bGUiOnsiJGlkIjoiMzcxIiwiU2hhcGUiOjAsIlNoYXBlVGhpY2tuZXNzIjowLCJEdXJhdGlvbkZvcm1hdCI6MCwiSW5jbHVkZU5vbldvcmtpbmdEYXlzSW5EdXJhdGlvbiI6ZmFsc2UsIlBlcmNlbnRhZ2VDb21wbGV0ZVN0eWxlIjp7IiRpZCI6IjM3MiIsIkZvbnRTZXR0aW5ncyI6eyIkaWQiOiIzNzMiLCJGb250U2l6ZSI6MTAsIkZvbnROYW1lIjoiQ2FsaWJyaSIsIklzQm9sZCI6ZmFsc2UsIklzSXRhbGljIjpmYWxzZSwiSXNVbmRlcmxpbmVkIjpmYWxzZSwiUGFyZW50U3R5bGUiOm51bGx9LCJBdXRvU2l6ZSI6MCwiRm9yZWdyb3VuZCI6eyIkaWQiOiIzNzQiLCJDb2xvciI6eyIkcmVmIjoiODYifX0sIk1heFdpZHRoIjoyMDAuMCwiTWF4SGVpZ2h0IjoiSW5maW5pdHkiLCJTbWFydEZvcmVncm91bmRJc0FjdGl2ZSI6ZmFsc2UsIkhvcml6b250YWxBbGlnbm1lbnQiOjAsIlZlcnRpY2FsQWxpZ25tZW50IjowLCJTbWFydEZvcmVncm91bmQiOm51bGwsIkJhY2tncm91bmRGaWxsVHlwZSI6MCwiTWFyZ2luIjp7IiRpZCI6IjM3NSIsIlRvcCI6MCwiTGVmdCI6MCwiUmlnaHQiOjAsIkJvdHRvbSI6MH0sIlBhZGRpbmciOnsiJGlkIjoiMzc2IiwiVG9wIjowLCJMZWZ0IjowLCJSaWdodCI6MCwiQm90dG9tIjowfSwiQmFja2dyb3VuZCI6eyIkcmVmIjoiODkifSwiSXNWaXNpYmxlIjp0cnVlLCJXaWR0aCI6MC4wLCJIZWlnaHQiOjAuMCwiQm9yZGVyU3R5bGUiOnsiJGlkIjoiMzc3IiwiTGluZUNvbG9yIjpudWxsLCJMaW5lV2VpZ2h0IjowLjAsIkxpbmVUeXBlIjowLCJQYXJlbnRTdHlsZSI6bnVsbH0sIlBhcmVudFN0eWxlIjpudWxsfSwiRHVyYXRpb25TdHlsZSI6eyIkaWQiOiIzNzgiLCJGb250U2V0dGluZ3MiOnsiJGlkIjoiMzc5IiwiRm9udFNpemUiOjEwLCJGb250TmFtZSI6IkNhbGlicmkiLCJJc0JvbGQiOmZhbHNlLCJJc0l0YWxpYyI6ZmFsc2UsIklzVW5kZXJsaW5lZCI6ZmFsc2UsIlBhcmVudFN0eWxlIjpudWxsfSwiQXV0b1NpemUiOjAsIkZvcmVncm91bmQiOnsiJGlkIjoiMzgwIiwiQ29sb3IiOnsiJHJlZiI6IjkzIn19LCJNYXhXaWR0aCI6MjAwLjAsIk1heEhlaWdodCI6IkluZmluaXR5IiwiU21hcnRGb3JlZ3JvdW5kSXNBY3RpdmUiOmZhbHNlLCJIb3Jpem9udGFsQWxpZ25tZW50IjowLCJWZXJ0aWNhbEFsaWdubWVudCI6MCwiU21hcnRGb3JlZ3JvdW5kIjpudWxsLCJCYWNrZ3JvdW5kRmlsbFR5cGUiOjAsIk1hcmdpbiI6eyIkaWQiOiIzODEiLCJUb3AiOjAsIkxlZnQiOjAsIlJpZ2h0IjowLCJCb3R0b20iOjB9LCJQYWRkaW5nIjp7IiRpZCI6IjM4MiIsIlRvcCI6MCwiTGVmdCI6MCwiUmlnaHQiOjAsIkJvdHRvbSI6MH0sIkJhY2tncm91bmQiOnsiJHJlZiI6Ijk2In0sIklzVmlzaWJsZSI6dHJ1ZSwiV2lkdGgiOjAuMCwiSGVpZ2h0IjowLjAsIkJvcmRlclN0eWxlIjp7IiRpZCI6IjM4MyIsIkxpbmVDb2xvciI6bnVsbCwiTGluZVdlaWdodCI6MC4wLCJMaW5lVHlwZSI6MCwiUGFyZW50U3R5bGUiOm51bGx9LCJQYXJlbnRTdHlsZSI6bnVsbH0sIkhvcml6b250YWxDb25uZWN0b3JTdHlsZSI6eyIkaWQiOiIzODQiLCJMaW5lQ29sb3IiOnsiJHJlZiI6Ijk4In0sIkxpbmVXZWlnaHQiOjEuMCwiTGluZVR5cGUiOjAsIlBhcmVudFN0eWxlIjpudWxsfSwiVmVydGljYWxDb25uZWN0b3JTdHlsZSI6eyIkaWQiOiIzODU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Mzg2IiwiTWFyZ2luIjp7IiRpZCI6IjM4NyIsIlRvcCI6MCwiTGVmdCI6NCwiUmlnaHQiOjQsIkJvdHRvbSI6MH0sIlBhZGRpbmciOnsiJGlkIjoiMzg4IiwiVG9wIjowLCJMZWZ0IjowLCJSaWdodCI6MCwiQm90dG9tIjowfSwiQmFja2dyb3VuZCI6eyIkaWQiOiIzODkiLCJDb2xvciI6eyIkcmVmIjoiMTA3In19LCJJc1Zpc2libGUiOnRydWUsIldpZHRoIjowLjAsIkhlaWdodCI6MTAuMCwiQm9yZGVyU3R5bGUiOnsiJGlkIjoiMzkwIiwiTGluZUNvbG9yIjp7IiRyZWYiOiIxMDkifSwiTGluZVdlaWdodCI6MC4wLCJMaW5lVHlwZSI6MCwiUGFyZW50U3R5bGUiOm51bGx9LCJQYXJlbnRTdHlsZSI6bnVsbH0sIlRpdGxlU3R5bGUiOnsiJGlkIjoiMzkxIiwiRm9udFNldHRpbmdzIjp7IiRpZCI6IjM5MiIsIkZvbnRTaXplIjoxMSwiRm9udE5hbWUiOiJDYWxpYnJpIiwiSXNCb2xkIjp0cnVlLCJJc0l0YWxpYyI6ZmFsc2UsIklzVW5kZXJsaW5lZCI6ZmFsc2UsIlBhcmVudFN0eWxlIjpudWxsfSwiQXV0b1NpemUiOjAsIkZvcmVncm91bmQiOnsiJGlkIjoiMzkzIiwiQ29sb3IiOnsiJHJlZiI6IjExNCJ9fSwiTWF4V2lkdGgiOjk2MC4wLCJNYXhIZWlnaHQiOiJJbmZpbml0eSIsIlNtYXJ0Rm9yZWdyb3VuZElzQWN0aXZlIjpmYWxzZSwiSG9yaXpvbnRhbEFsaWdubWVudCI6MCwiVmVydGljYWxBbGlnbm1lbnQiOjAsIlNtYXJ0Rm9yZWdyb3VuZCI6bnVsbCwiQmFja2dyb3VuZEZpbGxUeXBlIjowLCJNYXJnaW4iOnsiJGlkIjoiMzk0IiwiVG9wIjowLCJMZWZ0IjowLCJSaWdodCI6MCwiQm90dG9tIjowfSwiUGFkZGluZyI6eyIkaWQiOiIzOTUiLCJUb3AiOjAsIkxlZnQiOjAsIlJpZ2h0IjowLCJCb3R0b20iOjB9LCJCYWNrZ3JvdW5kIjp7IiRyZWYiOiIxMTcifSwiSXNWaXNpYmxlIjp0cnVlLCJXaWR0aCI6MC4wLCJIZWlnaHQiOjAuMCwiQm9yZGVyU3R5bGUiOnsiJGlkIjoiMzk2IiwiTGluZUNvbG9yIjpudWxsLCJMaW5lV2VpZ2h0IjowLjAsIkxpbmVUeXBlIjowLCJQYXJlbnRTdHlsZSI6bnVsbH0sIlBhcmVudFN0eWxlIjpudWxsfSwiRGF0ZVN0eWxlIjp7IiRpZCI6IjM5NyIsIkZvbnRTZXR0aW5ncyI6eyIkaWQiOiIzOTgiLCJGb250U2l6ZSI6MTAsIkZvbnROYW1lIjoiQ2FsaWJyaSIsIklzQm9sZCI6ZmFsc2UsIklzSXRhbGljIjpmYWxzZSwiSXNVbmRlcmxpbmVkIjpmYWxzZSwiUGFyZW50U3R5bGUiOm51bGx9LCJBdXRvU2l6ZSI6MCwiRm9yZWdyb3VuZCI6eyIkaWQiOiIzOTkiLCJDb2xvciI6eyIkcmVmIjoiMTIxIn19LCJNYXhXaWR0aCI6MjAwLjAsIk1heEhlaWdodCI6IkluZmluaXR5IiwiU21hcnRGb3JlZ3JvdW5kSXNBY3RpdmUiOmZhbHNlLCJIb3Jpem9udGFsQWxpZ25tZW50IjowLCJWZXJ0aWNhbEFsaWdubWVudCI6MCwiU21hcnRGb3JlZ3JvdW5kIjpudWxsLCJCYWNrZ3JvdW5kRmlsbFR5cGUiOjAsIk1hcmdpbiI6eyIkaWQiOiI0MDAiLCJUb3AiOjAsIkxlZnQiOjAsIlJpZ2h0IjowLCJCb3R0b20iOjB9LCJQYWRkaW5nIjp7IiRpZCI6IjQwMSIsIlRvcCI6MCwiTGVmdCI6MCwiUmlnaHQiOjAsIkJvdHRvbSI6MH0sIkJhY2tncm91bmQiOnsiJHJlZiI6IjEyNCJ9LCJJc1Zpc2libGUiOnRydWUsIldpZHRoIjowLjAsIkhlaWdodCI6MC4wLCJCb3JkZXJTdHlsZSI6eyIkaWQiOiI0MDIiLCJMaW5lQ29sb3IiOm51bGwsIkxpbmVXZWlnaHQiOjAuMCwiTGluZVR5cGUiOjAsIlBhcmVudFN0eWxlIjpudWxsfSwiUGFyZW50U3R5bGUiOm51bGx9LCJEYXRlRm9ybWF0Ijp7IiRpZCI6IjQw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3LCJTbWFydER1cmF0aW9uQWN0aXZhdGVkIjpmYWxzZSwiRGF0ZUZvcm1hdCI6eyIkcmVmIjoiNDAzIn0sIklkIjoiOGVjYzc4MTYtNTIyNy00ZmFlLTkzYjMtZGI2YmM0NjNkMmUyIiwiSW1wb3J0SWQiOiIxIiwiVGl0bGUiOiJTZXQgdXAgSEEgbm9kZSBpbiBkYzQiLCJOb3RlIjpudWxsLCJIeXBlcmxpbmsiOm51bGwsIklzQ2hhbmdlZCI6ZmFsc2UsIklzTmV3IjpmYWxzZX0seyIkaWQiOiI0MDQiLCJHcm91cE5hbWUiOm51bGwsIlN0YXJ0RGF0ZSI6IjIwMTktMDgtMTVUMDA6MDA6MDAiLCJFbmREYXRlIjoiMjAxOS0wOS0wMVQyMzo1OTowMCIsIlBlcmNlbnRhZ2VDb21wbGV0ZSI6bnVsbCwiU3R5bGUiOnsiJGlkIjoiNDA1IiwiU2hhcGUiOjAsIlNoYXBlVGhpY2tuZXNzIjowLCJEdXJhdGlvbkZvcm1hdCI6MCwiSW5jbHVkZU5vbldvcmtpbmdEYXlzSW5EdXJhdGlvbiI6ZmFsc2UsIlBlcmNlbnRhZ2VDb21wbGV0ZVN0eWxlIjp7IiRpZCI6IjQwNiIsIkZvbnRTZXR0aW5ncyI6eyIkaWQiOiI0MDciLCJGb250U2l6ZSI6MTAsIkZvbnROYW1lIjoiQ2FsaWJyaSIsIklzQm9sZCI6ZmFsc2UsIklzSXRhbGljIjpmYWxzZSwiSXNVbmRlcmxpbmVkIjpmYWxzZSwiUGFyZW50U3R5bGUiOm51bGx9LCJBdXRvU2l6ZSI6MCwiRm9yZWdyb3VuZCI6eyIkaWQiOiI0MDgiLCJDb2xvciI6eyIkcmVmIjoiODYifX0sIk1heFdpZHRoIjoyMDAuMCwiTWF4SGVpZ2h0IjoiSW5maW5pdHkiLCJTbWFydEZvcmVncm91bmRJc0FjdGl2ZSI6ZmFsc2UsIkhvcml6b250YWxBbGlnbm1lbnQiOjAsIlZlcnRpY2FsQWxpZ25tZW50IjowLCJTbWFydEZvcmVncm91bmQiOm51bGwsIkJhY2tncm91bmRGaWxsVHlwZSI6MCwiTWFyZ2luIjp7IiRpZCI6IjQwOSIsIlRvcCI6MCwiTGVmdCI6MCwiUmlnaHQiOjAsIkJvdHRvbSI6MH0sIlBhZGRpbmciOnsiJGlkIjoiNDEwIiwiVG9wIjowLCJMZWZ0IjowLCJSaWdodCI6MCwiQm90dG9tIjowfSwiQmFja2dyb3VuZCI6eyIkcmVmIjoiODkifSwiSXNWaXNpYmxlIjp0cnVlLCJXaWR0aCI6MC4wLCJIZWlnaHQiOjAuMCwiQm9yZGVyU3R5bGUiOnsiJGlkIjoiNDExIiwiTGluZUNvbG9yIjpudWxsLCJMaW5lV2VpZ2h0IjowLjAsIkxpbmVUeXBlIjowLCJQYXJlbnRTdHlsZSI6bnVsbH0sIlBhcmVudFN0eWxlIjpudWxsfSwiRHVyYXRpb25TdHlsZSI6eyIkaWQiOiI0MTIiLCJGb250U2V0dGluZ3MiOnsiJGlkIjoiNDEzIiwiRm9udFNpemUiOjEwLCJGb250TmFtZSI6IkNhbGlicmkiLCJJc0JvbGQiOmZhbHNlLCJJc0l0YWxpYyI6ZmFsc2UsIklzVW5kZXJsaW5lZCI6ZmFsc2UsIlBhcmVudFN0eWxlIjpudWxsfSwiQXV0b1NpemUiOjAsIkZvcmVncm91bmQiOnsiJGlkIjoiNDE0IiwiQ29sb3IiOnsiJHJlZiI6IjkzIn19LCJNYXhXaWR0aCI6MjAwLjAsIk1heEhlaWdodCI6IkluZmluaXR5IiwiU21hcnRGb3JlZ3JvdW5kSXNBY3RpdmUiOmZhbHNlLCJIb3Jpem9udGFsQWxpZ25tZW50IjowLCJWZXJ0aWNhbEFsaWdubWVudCI6MCwiU21hcnRGb3JlZ3JvdW5kIjpudWxsLCJCYWNrZ3JvdW5kRmlsbFR5cGUiOjAsIk1hcmdpbiI6eyIkaWQiOiI0MTUiLCJUb3AiOjAsIkxlZnQiOjAsIlJpZ2h0IjowLCJCb3R0b20iOjB9LCJQYWRkaW5nIjp7IiRpZCI6IjQxNiIsIlRvcCI6MCwiTGVmdCI6MCwiUmlnaHQiOjAsIkJvdHRvbSI6MH0sIkJhY2tncm91bmQiOnsiJHJlZiI6Ijk2In0sIklzVmlzaWJsZSI6dHJ1ZSwiV2lkdGgiOjAuMCwiSGVpZ2h0IjowLjAsIkJvcmRlclN0eWxlIjp7IiRpZCI6IjQxNyIsIkxpbmVDb2xvciI6bnVsbCwiTGluZVdlaWdodCI6MC4wLCJMaW5lVHlwZSI6MCwiUGFyZW50U3R5bGUiOm51bGx9LCJQYXJlbnRTdHlsZSI6bnVsbH0sIkhvcml6b250YWxDb25uZWN0b3JTdHlsZSI6eyIkaWQiOiI0MTgiLCJMaW5lQ29sb3IiOnsiJHJlZiI6Ijk4In0sIkxpbmVXZWlnaHQiOjEuMCwiTGluZVR5cGUiOjAsIlBhcmVudFN0eWxlIjpudWxsfSwiVmVydGljYWxDb25uZWN0b3JTdHlsZSI6eyIkaWQiOiI0MTk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DIwIiwiTWFyZ2luIjp7IiRpZCI6IjQyMSIsIlRvcCI6MCwiTGVmdCI6NCwiUmlnaHQiOjQsIkJvdHRvbSI6MH0sIlBhZGRpbmciOnsiJGlkIjoiNDIyIiwiVG9wIjowLCJMZWZ0IjowLCJSaWdodCI6MCwiQm90dG9tIjowfSwiQmFja2dyb3VuZCI6eyIkaWQiOiI0MjMiLCJDb2xvciI6eyIkcmVmIjoiMTA3In19LCJJc1Zpc2libGUiOnRydWUsIldpZHRoIjowLjAsIkhlaWdodCI6MTAuMCwiQm9yZGVyU3R5bGUiOnsiJGlkIjoiNDI0IiwiTGluZUNvbG9yIjp7IiRyZWYiOiIxMDkifSwiTGluZVdlaWdodCI6MC4wLCJMaW5lVHlwZSI6MCwiUGFyZW50U3R5bGUiOm51bGx9LCJQYXJlbnRTdHlsZSI6bnVsbH0sIlRpdGxlU3R5bGUiOnsiJGlkIjoiNDI1IiwiRm9udFNldHRpbmdzIjp7IiRpZCI6IjQyNiIsIkZvbnRTaXplIjoxMSwiRm9udE5hbWUiOiJDYWxpYnJpIiwiSXNCb2xkIjp0cnVlLCJJc0l0YWxpYyI6ZmFsc2UsIklzVW5kZXJsaW5lZCI6ZmFsc2UsIlBhcmVudFN0eWxlIjpudWxsfSwiQXV0b1NpemUiOjAsIkZvcmVncm91bmQiOnsiJGlkIjoiNDI3IiwiQ29sb3IiOnsiJHJlZiI6IjExNCJ9fSwiTWF4V2lkdGgiOjk2MC4wLCJNYXhIZWlnaHQiOiJJbmZpbml0eSIsIlNtYXJ0Rm9yZWdyb3VuZElzQWN0aXZlIjpmYWxzZSwiSG9yaXpvbnRhbEFsaWdubWVudCI6MCwiVmVydGljYWxBbGlnbm1lbnQiOjAsIlNtYXJ0Rm9yZWdyb3VuZCI6bnVsbCwiQmFja2dyb3VuZEZpbGxUeXBlIjowLCJNYXJnaW4iOnsiJGlkIjoiNDI4IiwiVG9wIjowLCJMZWZ0IjowLCJSaWdodCI6MCwiQm90dG9tIjowfSwiUGFkZGluZyI6eyIkaWQiOiI0MjkiLCJUb3AiOjAsIkxlZnQiOjAsIlJpZ2h0IjowLCJCb3R0b20iOjB9LCJCYWNrZ3JvdW5kIjp7IiRyZWYiOiIxMTcifSwiSXNWaXNpYmxlIjp0cnVlLCJXaWR0aCI6MC4wLCJIZWlnaHQiOjAuMCwiQm9yZGVyU3R5bGUiOnsiJGlkIjoiNDMwIiwiTGluZUNvbG9yIjpudWxsLCJMaW5lV2VpZ2h0IjowLjAsIkxpbmVUeXBlIjowLCJQYXJlbnRTdHlsZSI6bnVsbH0sIlBhcmVudFN0eWxlIjpudWxsfSwiRGF0ZVN0eWxlIjp7IiRpZCI6IjQzMSIsIkZvbnRTZXR0aW5ncyI6eyIkaWQiOiI0MzIiLCJGb250U2l6ZSI6MTAsIkZvbnROYW1lIjoiQ2FsaWJyaSIsIklzQm9sZCI6ZmFsc2UsIklzSXRhbGljIjpmYWxzZSwiSXNVbmRlcmxpbmVkIjpmYWxzZSwiUGFyZW50U3R5bGUiOm51bGx9LCJBdXRvU2l6ZSI6MCwiRm9yZWdyb3VuZCI6eyIkaWQiOiI0MzMiLCJDb2xvciI6eyIkcmVmIjoiMTIxIn19LCJNYXhXaWR0aCI6MjAwLjAsIk1heEhlaWdodCI6IkluZmluaXR5IiwiU21hcnRGb3JlZ3JvdW5kSXNBY3RpdmUiOmZhbHNlLCJIb3Jpem9udGFsQWxpZ25tZW50IjowLCJWZXJ0aWNhbEFsaWdubWVudCI6MCwiU21hcnRGb3JlZ3JvdW5kIjpudWxsLCJCYWNrZ3JvdW5kRmlsbFR5cGUiOjAsIk1hcmdpbiI6eyIkaWQiOiI0MzQiLCJUb3AiOjAsIkxlZnQiOjAsIlJpZ2h0IjowLCJCb3R0b20iOjB9LCJQYWRkaW5nIjp7IiRpZCI6IjQzNSIsIlRvcCI6MCwiTGVmdCI6MCwiUmlnaHQiOjAsIkJvdHRvbSI6MH0sIkJhY2tncm91bmQiOnsiJHJlZiI6IjEyNCJ9LCJJc1Zpc2libGUiOnRydWUsIldpZHRoIjowLjAsIkhlaWdodCI6MC4wLCJCb3JkZXJTdHlsZSI6eyIkaWQiOiI0MzYiLCJMaW5lQ29sb3IiOm51bGwsIkxpbmVXZWlnaHQiOjAuMCwiTGluZVR5cGUiOjAsIlBhcmVudFN0eWxlIjpudWxsfSwiUGFyZW50U3R5bGUiOm51bGx9LCJEYXRlRm9ybWF0Ijp7IiRpZCI6IjQ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4LCJTbWFydER1cmF0aW9uQWN0aXZhdGVkIjpmYWxzZSwiRGF0ZUZvcm1hdCI6eyIkcmVmIjoiNDM3In0sIklkIjoiYWM3N2U0N2EtMzE4Ny00ODZlLThlNGEtMjJjODZhZWE5OWI1IiwiSW1wb3J0SWQiOiIxIiwiVGl0bGUiOiJTZXQgdXAgc2Vjb25kYXJ5IEhBIG5kb2UgaW4gREM0IiwiTm90ZSI6bnVsbCwiSHlwZXJsaW5rIjpudWxsLCJJc0NoYW5nZWQiOmZhbHNlLCJJc05ldyI6ZmFsc2V9LHsiJGlkIjoiNDM4IiwiR3JvdXBOYW1lIjpudWxsLCJTdGFydERhdGUiOiIyMDE5LTA5LTAxVDAwOjAwOjAwIiwiRW5kRGF0ZSI6IjIwMTktMTAtMzBUMjM6NTk6MDAiLCJQZXJjZW50YWdlQ29tcGxldGUiOm51bGwsIlN0eWxlIjp7IiRpZCI6IjQzOSIsIlNoYXBlIjowLCJTaGFwZVRoaWNrbmVzcyI6MCwiRHVyYXRpb25Gb3JtYXQiOjAsIkluY2x1ZGVOb25Xb3JraW5nRGF5c0luRHVyYXRpb24iOmZhbHNlLCJQZXJjZW50YWdlQ29tcGxldGVTdHlsZSI6eyIkaWQiOiI0NDAiLCJGb250U2V0dGluZ3MiOnsiJGlkIjoiNDQxIiwiRm9udFNpemUiOjEwLCJGb250TmFtZSI6IkNhbGlicmkiLCJJc0JvbGQiOmZhbHNlLCJJc0l0YWxpYyI6ZmFsc2UsIklzVW5kZXJsaW5lZCI6ZmFsc2UsIlBhcmVudFN0eWxlIjpudWxsfSwiQXV0b1NpemUiOjAsIkZvcmVncm91bmQiOnsiJGlkIjoiNDQyIiwiQ29sb3IiOnsiJHJlZiI6Ijg2In19LCJNYXhXaWR0aCI6MjAwLjAsIk1heEhlaWdodCI6IkluZmluaXR5IiwiU21hcnRGb3JlZ3JvdW5kSXNBY3RpdmUiOmZhbHNlLCJIb3Jpem9udGFsQWxpZ25tZW50IjowLCJWZXJ0aWNhbEFsaWdubWVudCI6MCwiU21hcnRGb3JlZ3JvdW5kIjpudWxsLCJCYWNrZ3JvdW5kRmlsbFR5cGUiOjAsIk1hcmdpbiI6eyIkaWQiOiI0NDMiLCJUb3AiOjAsIkxlZnQiOjAsIlJpZ2h0IjowLCJCb3R0b20iOjB9LCJQYWRkaW5nIjp7IiRpZCI6IjQ0NCIsIlRvcCI6MCwiTGVmdCI6MCwiUmlnaHQiOjAsIkJvdHRvbSI6MH0sIkJhY2tncm91bmQiOnsiJHJlZiI6Ijg5In0sIklzVmlzaWJsZSI6dHJ1ZSwiV2lkdGgiOjAuMCwiSGVpZ2h0IjowLjAsIkJvcmRlclN0eWxlIjp7IiRpZCI6IjQ0NSIsIkxpbmVDb2xvciI6bnVsbCwiTGluZVdlaWdodCI6MC4wLCJMaW5lVHlwZSI6MCwiUGFyZW50U3R5bGUiOm51bGx9LCJQYXJlbnRTdHlsZSI6bnVsbH0sIkR1cmF0aW9uU3R5bGUiOnsiJGlkIjoiNDQ2IiwiRm9udFNldHRpbmdzIjp7IiRpZCI6IjQ0NyIsIkZvbnRTaXplIjoxMCwiRm9udE5hbWUiOiJDYWxpYnJpIiwiSXNCb2xkIjpmYWxzZSwiSXNJdGFsaWMiOmZhbHNlLCJJc1VuZGVybGluZWQiOmZhbHNlLCJQYXJlbnRTdHlsZSI6bnVsbH0sIkF1dG9TaXplIjowLCJGb3JlZ3JvdW5kIjp7IiRpZCI6IjQ0OCIsIkNvbG9yIjp7IiRyZWYiOiI5MyJ9fSwiTWF4V2lkdGgiOjIwMC4wLCJNYXhIZWlnaHQiOiJJbmZpbml0eSIsIlNtYXJ0Rm9yZWdyb3VuZElzQWN0aXZlIjpmYWxzZSwiSG9yaXpvbnRhbEFsaWdubWVudCI6MCwiVmVydGljYWxBbGlnbm1lbnQiOjAsIlNtYXJ0Rm9yZWdyb3VuZCI6bnVsbCwiQmFja2dyb3VuZEZpbGxUeXBlIjowLCJNYXJnaW4iOnsiJGlkIjoiNDQ5IiwiVG9wIjowLCJMZWZ0IjowLCJSaWdodCI6MCwiQm90dG9tIjowfSwiUGFkZGluZyI6eyIkaWQiOiI0NTAiLCJUb3AiOjAsIkxlZnQiOjAsIlJpZ2h0IjowLCJCb3R0b20iOjB9LCJCYWNrZ3JvdW5kIjp7IiRyZWYiOiI5NiJ9LCJJc1Zpc2libGUiOnRydWUsIldpZHRoIjowLjAsIkhlaWdodCI6MC4wLCJCb3JkZXJTdHlsZSI6eyIkaWQiOiI0NTEiLCJMaW5lQ29sb3IiOm51bGwsIkxpbmVXZWlnaHQiOjAuMCwiTGluZVR5cGUiOjAsIlBhcmVudFN0eWxlIjpudWxsfSwiUGFyZW50U3R5bGUiOm51bGx9LCJIb3Jpem9udGFsQ29ubmVjdG9yU3R5bGUiOnsiJGlkIjoiNDUyIiwiTGluZUNvbG9yIjp7IiRyZWYiOiI5OCJ9LCJMaW5lV2VpZ2h0IjoxLjAsIkxpbmVUeXBlIjowLCJQYXJlbnRTdHlsZSI6bnVsbH0sIlZlcnRpY2FsQ29ubmVjdG9yU3R5bGUiOnsiJGlkIjoiNDUz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Q1NCIsIk1hcmdpbiI6eyIkaWQiOiI0NTUiLCJUb3AiOjAsIkxlZnQiOjQsIlJpZ2h0Ijo0LCJCb3R0b20iOjB9LCJQYWRkaW5nIjp7IiRpZCI6IjQ1NiIsIlRvcCI6MCwiTGVmdCI6MCwiUmlnaHQiOjAsIkJvdHRvbSI6MH0sIkJhY2tncm91bmQiOnsiJGlkIjoiNDU3IiwiQ29sb3IiOnsiJHJlZiI6IjEwNyJ9fSwiSXNWaXNpYmxlIjp0cnVlLCJXaWR0aCI6MC4wLCJIZWlnaHQiOjEwLjAsIkJvcmRlclN0eWxlIjp7IiRpZCI6IjQ1OCIsIkxpbmVDb2xvciI6eyIkcmVmIjoiMTA5In0sIkxpbmVXZWlnaHQiOjAuMCwiTGluZVR5cGUiOjAsIlBhcmVudFN0eWxlIjpudWxsfSwiUGFyZW50U3R5bGUiOm51bGx9LCJUaXRsZVN0eWxlIjp7IiRpZCI6IjQ1OSIsIkZvbnRTZXR0aW5ncyI6eyIkaWQiOiI0NjAiLCJGb250U2l6ZSI6MTEsIkZvbnROYW1lIjoiQ2FsaWJyaSIsIklzQm9sZCI6dHJ1ZSwiSXNJdGFsaWMiOmZhbHNlLCJJc1VuZGVybGluZWQiOmZhbHNlLCJQYXJlbnRTdHlsZSI6bnVsbH0sIkF1dG9TaXplIjowLCJGb3JlZ3JvdW5kIjp7IiRpZCI6IjQ2MSIsIkNvbG9yIjp7IiRyZWYiOiIxMTQifX0sIk1heFdpZHRoIjo5NjAuMCwiTWF4SGVpZ2h0IjoiSW5maW5pdHkiLCJTbWFydEZvcmVncm91bmRJc0FjdGl2ZSI6ZmFsc2UsIkhvcml6b250YWxBbGlnbm1lbnQiOjAsIlZlcnRpY2FsQWxpZ25tZW50IjowLCJTbWFydEZvcmVncm91bmQiOm51bGwsIkJhY2tncm91bmRGaWxsVHlwZSI6MCwiTWFyZ2luIjp7IiRpZCI6IjQ2MiIsIlRvcCI6MCwiTGVmdCI6MCwiUmlnaHQiOjAsIkJvdHRvbSI6MH0sIlBhZGRpbmciOnsiJGlkIjoiNDYzIiwiVG9wIjowLCJMZWZ0IjowLCJSaWdodCI6MCwiQm90dG9tIjowfSwiQmFja2dyb3VuZCI6eyIkcmVmIjoiMTE3In0sIklzVmlzaWJsZSI6dHJ1ZSwiV2lkdGgiOjAuMCwiSGVpZ2h0IjowLjAsIkJvcmRlclN0eWxlIjp7IiRpZCI6IjQ2NCIsIkxpbmVDb2xvciI6bnVsbCwiTGluZVdlaWdodCI6MC4wLCJMaW5lVHlwZSI6MCwiUGFyZW50U3R5bGUiOm51bGx9LCJQYXJlbnRTdHlsZSI6bnVsbH0sIkRhdGVTdHlsZSI6eyIkaWQiOiI0NjUiLCJGb250U2V0dGluZ3MiOnsiJGlkIjoiNDY2IiwiRm9udFNpemUiOjEwLCJGb250TmFtZSI6IkNhbGlicmkiLCJJc0JvbGQiOmZhbHNlLCJJc0l0YWxpYyI6ZmFsc2UsIklzVW5kZXJsaW5lZCI6ZmFsc2UsIlBhcmVudFN0eWxlIjpudWxsfSwiQXV0b1NpemUiOjAsIkZvcmVncm91bmQiOnsiJGlkIjoiNDY3IiwiQ29sb3IiOnsiJHJlZiI6IjEyMSJ9fSwiTWF4V2lkdGgiOjIwMC4wLCJNYXhIZWlnaHQiOiJJbmZpbml0eSIsIlNtYXJ0Rm9yZWdyb3VuZElzQWN0aXZlIjpmYWxzZSwiSG9yaXpvbnRhbEFsaWdubWVudCI6MCwiVmVydGljYWxBbGlnbm1lbnQiOjAsIlNtYXJ0Rm9yZWdyb3VuZCI6bnVsbCwiQmFja2dyb3VuZEZpbGxUeXBlIjowLCJNYXJnaW4iOnsiJGlkIjoiNDY4IiwiVG9wIjowLCJMZWZ0IjowLCJSaWdodCI6MCwiQm90dG9tIjowfSwiUGFkZGluZyI6eyIkaWQiOiI0NjkiLCJUb3AiOjAsIkxlZnQiOjAsIlJpZ2h0IjowLCJCb3R0b20iOjB9LCJCYWNrZ3JvdW5kIjp7IiRyZWYiOiIxMjQifSwiSXNWaXNpYmxlIjp0cnVlLCJXaWR0aCI6MC4wLCJIZWlnaHQiOjAuMCwiQm9yZGVyU3R5bGUiOnsiJGlkIjoiNDcwIiwiTGluZUNvbG9yIjpudWxsLCJMaW5lV2VpZ2h0IjowLjAsIkxpbmVUeXBlIjowLCJQYXJlbnRTdHlsZSI6bnVsbH0sIlBhcmVudFN0eWxlIjpudWxsfSwiRGF0ZUZvcm1hdCI6eyIkaWQiOiI0NzE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OSwiU21hcnREdXJhdGlvbkFjdGl2YXRlZCI6ZmFsc2UsIkRhdGVGb3JtYXQiOnsiJHJlZiI6IjQ3MSJ9LCJJZCI6IjFmOWI4ZWQxLTZmMWMtNDJkMy05ZjIwLWYyZDk4MzI4ZTMyZSIsIkltcG9ydElkIjoiMSIsIlRpdGxlIjoiUmVwbGljYXRlIEZpbGVzaGFyZXMgdG8gQXp1cmUiLCJOb3RlIjpudWxsLCJIeXBlcmxpbmsiOm51bGwsIklzQ2hhbmdlZCI6ZmFsc2UsIklzTmV3IjpmYWxzZX0seyIkaWQiOiI0NzIiLCJHcm91cE5hbWUiOm51bGwsIlN0YXJ0RGF0ZSI6IjIwMTktMTAtMDFUMDA6MDA6MDAiLCJFbmREYXRlIjoiMjAxOS0xMC0xNVQyMzo1OTowMCIsIlBlcmNlbnRhZ2VDb21wbGV0ZSI6bnVsbCwiU3R5bGUiOnsiJGlkIjoiNDczIiwiU2hhcGUiOjAsIlNoYXBlVGhpY2tuZXNzIjowLCJEdXJhdGlvbkZvcm1hdCI6MCwiSW5jbHVkZU5vbldvcmtpbmdEYXlzSW5EdXJhdGlvbiI6ZmFsc2UsIlBlcmNlbnRhZ2VDb21wbGV0ZVN0eWxlIjp7IiRpZCI6IjQ3NCIsIkZvbnRTZXR0aW5ncyI6eyIkaWQiOiI0NzUiLCJGb250U2l6ZSI6MTAsIkZvbnROYW1lIjoiQ2FsaWJyaSIsIklzQm9sZCI6ZmFsc2UsIklzSXRhbGljIjpmYWxzZSwiSXNVbmRlcmxpbmVkIjpmYWxzZSwiUGFyZW50U3R5bGUiOm51bGx9LCJBdXRvU2l6ZSI6MCwiRm9yZWdyb3VuZCI6eyIkaWQiOiI0NzYiLCJDb2xvciI6eyIkcmVmIjoiODYifX0sIk1heFdpZHRoIjoyMDAuMCwiTWF4SGVpZ2h0IjoiSW5maW5pdHkiLCJTbWFydEZvcmVncm91bmRJc0FjdGl2ZSI6ZmFsc2UsIkhvcml6b250YWxBbGlnbm1lbnQiOjAsIlZlcnRpY2FsQWxpZ25tZW50IjowLCJTbWFydEZvcmVncm91bmQiOm51bGwsIkJhY2tncm91bmRGaWxsVHlwZSI6MCwiTWFyZ2luIjp7IiRpZCI6IjQ3NyIsIlRvcCI6MCwiTGVmdCI6MCwiUmlnaHQiOjAsIkJvdHRvbSI6MH0sIlBhZGRpbmciOnsiJGlkIjoiNDc4IiwiVG9wIjowLCJMZWZ0IjowLCJSaWdodCI6MCwiQm90dG9tIjowfSwiQmFja2dyb3VuZCI6eyIkcmVmIjoiODkifSwiSXNWaXNpYmxlIjp0cnVlLCJXaWR0aCI6MC4wLCJIZWlnaHQiOjAuMCwiQm9yZGVyU3R5bGUiOnsiJGlkIjoiNDc5IiwiTGluZUNvbG9yIjpudWxsLCJMaW5lV2VpZ2h0IjowLjAsIkxpbmVUeXBlIjowLCJQYXJlbnRTdHlsZSI6bnVsbH0sIlBhcmVudFN0eWxlIjpudWxsfSwiRHVyYXRpb25TdHlsZSI6eyIkaWQiOiI0ODAiLCJGb250U2V0dGluZ3MiOnsiJGlkIjoiNDgxIiwiRm9udFNpemUiOjEwLCJGb250TmFtZSI6IkNhbGlicmkiLCJJc0JvbGQiOmZhbHNlLCJJc0l0YWxpYyI6ZmFsc2UsIklzVW5kZXJsaW5lZCI6ZmFsc2UsIlBhcmVudFN0eWxlIjpudWxsfSwiQXV0b1NpemUiOjAsIkZvcmVncm91bmQiOnsiJGlkIjoiNDgyIiwiQ29sb3IiOnsiJHJlZiI6IjkzIn19LCJNYXhXaWR0aCI6MjAwLjAsIk1heEhlaWdodCI6IkluZmluaXR5IiwiU21hcnRGb3JlZ3JvdW5kSXNBY3RpdmUiOmZhbHNlLCJIb3Jpem9udGFsQWxpZ25tZW50IjowLCJWZXJ0aWNhbEFsaWdubWVudCI6MCwiU21hcnRGb3JlZ3JvdW5kIjpudWxsLCJCYWNrZ3JvdW5kRmlsbFR5cGUiOjAsIk1hcmdpbiI6eyIkaWQiOiI0ODMiLCJUb3AiOjAsIkxlZnQiOjAsIlJpZ2h0IjowLCJCb3R0b20iOjB9LCJQYWRkaW5nIjp7IiRpZCI6IjQ4NCIsIlRvcCI6MCwiTGVmdCI6MCwiUmlnaHQiOjAsIkJvdHRvbSI6MH0sIkJhY2tncm91bmQiOnsiJHJlZiI6Ijk2In0sIklzVmlzaWJsZSI6dHJ1ZSwiV2lkdGgiOjAuMCwiSGVpZ2h0IjowLjAsIkJvcmRlclN0eWxlIjp7IiRpZCI6IjQ4NSIsIkxpbmVDb2xvciI6bnVsbCwiTGluZVdlaWdodCI6MC4wLCJMaW5lVHlwZSI6MCwiUGFyZW50U3R5bGUiOm51bGx9LCJQYXJlbnRTdHlsZSI6bnVsbH0sIkhvcml6b250YWxDb25uZWN0b3JTdHlsZSI6eyIkaWQiOiI0ODYiLCJMaW5lQ29sb3IiOnsiJHJlZiI6Ijk4In0sIkxpbmVXZWlnaHQiOjEuMCwiTGluZVR5cGUiOjAsIlBhcmVudFN0eWxlIjpudWxsfSwiVmVydGljYWxDb25uZWN0b3JTdHlsZSI6eyIkaWQiOiI0ODc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Dg4IiwiTWFyZ2luIjp7IiRpZCI6IjQ4OSIsIlRvcCI6MCwiTGVmdCI6NCwiUmlnaHQiOjQsIkJvdHRvbSI6MH0sIlBhZGRpbmciOnsiJGlkIjoiNDkwIiwiVG9wIjowLCJMZWZ0IjowLCJSaWdodCI6MCwiQm90dG9tIjowfSwiQmFja2dyb3VuZCI6eyIkaWQiOiI0OTEiLCJDb2xvciI6eyIkcmVmIjoiMTA3In19LCJJc1Zpc2libGUiOnRydWUsIldpZHRoIjowLjAsIkhlaWdodCI6MTAuMCwiQm9yZGVyU3R5bGUiOnsiJGlkIjoiNDkyIiwiTGluZUNvbG9yIjp7IiRyZWYiOiIxMDkifSwiTGluZVdlaWdodCI6MC4wLCJMaW5lVHlwZSI6MCwiUGFyZW50U3R5bGUiOm51bGx9LCJQYXJlbnRTdHlsZSI6bnVsbH0sIlRpdGxlU3R5bGUiOnsiJGlkIjoiNDkzIiwiRm9udFNldHRpbmdzIjp7IiRpZCI6IjQ5NCIsIkZvbnRTaXplIjoxMSwiRm9udE5hbWUiOiJDYWxpYnJpIiwiSXNCb2xkIjp0cnVlLCJJc0l0YWxpYyI6ZmFsc2UsIklzVW5kZXJsaW5lZCI6ZmFsc2UsIlBhcmVudFN0eWxlIjpudWxsfSwiQXV0b1NpemUiOjAsIkZvcmVncm91bmQiOnsiJGlkIjoiNDk1IiwiQ29sb3IiOnsiJHJlZiI6IjExNCJ9fSwiTWF4V2lkdGgiOjk2MC4wLCJNYXhIZWlnaHQiOiJJbmZpbml0eSIsIlNtYXJ0Rm9yZWdyb3VuZElzQWN0aXZlIjpmYWxzZSwiSG9yaXpvbnRhbEFsaWdubWVudCI6MCwiVmVydGljYWxBbGlnbm1lbnQiOjAsIlNtYXJ0Rm9yZWdyb3VuZCI6bnVsbCwiQmFja2dyb3VuZEZpbGxUeXBlIjowLCJNYXJnaW4iOnsiJGlkIjoiNDk2IiwiVG9wIjowLCJMZWZ0IjowLCJSaWdodCI6MCwiQm90dG9tIjowfSwiUGFkZGluZyI6eyIkaWQiOiI0OTciLCJUb3AiOjAsIkxlZnQiOjAsIlJpZ2h0IjowLCJCb3R0b20iOjB9LCJCYWNrZ3JvdW5kIjp7IiRyZWYiOiIxMTcifSwiSXNWaXNpYmxlIjp0cnVlLCJXaWR0aCI6MC4wLCJIZWlnaHQiOjAuMCwiQm9yZGVyU3R5bGUiOnsiJGlkIjoiNDk4IiwiTGluZUNvbG9yIjpudWxsLCJMaW5lV2VpZ2h0IjowLjAsIkxpbmVUeXBlIjowLCJQYXJlbnRTdHlsZSI6bnVsbH0sIlBhcmVudFN0eWxlIjpudWxsfSwiRGF0ZVN0eWxlIjp7IiRpZCI6IjQ5OSIsIkZvbnRTZXR0aW5ncyI6eyIkaWQiOiI1MDAiLCJGb250U2l6ZSI6MTAsIkZvbnROYW1lIjoiQ2FsaWJyaSIsIklzQm9sZCI6ZmFsc2UsIklzSXRhbGljIjpmYWxzZSwiSXNVbmRlcmxpbmVkIjpmYWxzZSwiUGFyZW50U3R5bGUiOm51bGx9LCJBdXRvU2l6ZSI6MCwiRm9yZWdyb3VuZCI6eyIkaWQiOiI1MDEiLCJDb2xvciI6eyIkcmVmIjoiMTIxIn19LCJNYXhXaWR0aCI6MjAwLjAsIk1heEhlaWdodCI6IkluZmluaXR5IiwiU21hcnRGb3JlZ3JvdW5kSXNBY3RpdmUiOmZhbHNlLCJIb3Jpem9udGFsQWxpZ25tZW50IjowLCJWZXJ0aWNhbEFsaWdubWVudCI6MCwiU21hcnRGb3JlZ3JvdW5kIjpudWxsLCJCYWNrZ3JvdW5kRmlsbFR5cGUiOjAsIk1hcmdpbiI6eyIkaWQiOiI1MDIiLCJUb3AiOjAsIkxlZnQiOjAsIlJpZ2h0IjowLCJCb3R0b20iOjB9LCJQYWRkaW5nIjp7IiRpZCI6IjUwMyIsIlRvcCI6MCwiTGVmdCI6MCwiUmlnaHQiOjAsIkJvdHRvbSI6MH0sIkJhY2tncm91bmQiOnsiJHJlZiI6IjEyNCJ9LCJJc1Zpc2libGUiOnRydWUsIldpZHRoIjowLjAsIkhlaWdodCI6MC4wLCJCb3JkZXJTdHlsZSI6eyIkaWQiOiI1MDQiLCJMaW5lQ29sb3IiOm51bGwsIkxpbmVXZWlnaHQiOjAuMCwiTGluZVR5cGUiOjAsIlBhcmVudFN0eWxlIjpudWxsfSwiUGFyZW50U3R5bGUiOm51bGx9LCJEYXRlRm9ybWF0Ijp7IiRpZCI6IjUw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MCwiU21hcnREdXJhdGlvbkFjdGl2YXRlZCI6ZmFsc2UsIkRhdGVGb3JtYXQiOnsiJHJlZiI6IjUwNSJ9LCJJZCI6IjM0YTY0Y2VlLTdjMGYtNDllYi1iNTYwLWY3OTFlNjBlMWIzNiIsIkltcG9ydElkIjoiMSIsIlRpdGxlIjoiQnVpbGQgU2Vjb25kYXJ5IG5vZGVzIGluIERDNCIsIk5vdGUiOm51bGwsIkh5cGVybGluayI6bnVsbCwiSXNDaGFuZ2VkIjpmYWxzZSwiSXNOZXciOmZhbHNlfSx7IiRpZCI6IjUwNiIsIkdyb3VwTmFtZSI6bnVsbCwiU3RhcnREYXRlIjoiMjAxOS0xMC0xNVQwMDowMDowMCIsIkVuZERhdGUiOiIyMDE5LTEwLTMwVDIzOjU5OjAwIiwiUGVyY2VudGFnZUNvbXBsZXRlIjpudWxsLCJTdHlsZSI6eyIkaWQiOiI1MDciLCJTaGFwZSI6MCwiU2hhcGVUaGlja25lc3MiOjAsIkR1cmF0aW9uRm9ybWF0IjowLCJJbmNsdWRlTm9uV29ya2luZ0RheXNJbkR1cmF0aW9uIjpmYWxzZSwiUGVyY2VudGFnZUNvbXBsZXRlU3R5bGUiOnsiJGlkIjoiNTA4IiwiRm9udFNldHRpbmdzIjp7IiRpZCI6IjUwOSIsIkZvbnRTaXplIjoxMCwiRm9udE5hbWUiOiJDYWxpYnJpIiwiSXNCb2xkIjpmYWxzZSwiSXNJdGFsaWMiOmZhbHNlLCJJc1VuZGVybGluZWQiOmZhbHNlLCJQYXJlbnRTdHlsZSI6bnVsbH0sIkF1dG9TaXplIjowLCJGb3JlZ3JvdW5kIjp7IiRpZCI6IjUxMCIsIkNvbG9yIjp7IiRyZWYiOiI4NiJ9fSwiTWF4V2lkdGgiOjIwMC4wLCJNYXhIZWlnaHQiOiJJbmZpbml0eSIsIlNtYXJ0Rm9yZWdyb3VuZElzQWN0aXZlIjpmYWxzZSwiSG9yaXpvbnRhbEFsaWdubWVudCI6MCwiVmVydGljYWxBbGlnbm1lbnQiOjAsIlNtYXJ0Rm9yZWdyb3VuZCI6bnVsbCwiQmFja2dyb3VuZEZpbGxUeXBlIjowLCJNYXJnaW4iOnsiJGlkIjoiNTExIiwiVG9wIjowLCJMZWZ0IjowLCJSaWdodCI6MCwiQm90dG9tIjowfSwiUGFkZGluZyI6eyIkaWQiOiI1MTIiLCJUb3AiOjAsIkxlZnQiOjAsIlJpZ2h0IjowLCJCb3R0b20iOjB9LCJCYWNrZ3JvdW5kIjp7IiRyZWYiOiI4OSJ9LCJJc1Zpc2libGUiOnRydWUsIldpZHRoIjowLjAsIkhlaWdodCI6MC4wLCJCb3JkZXJTdHlsZSI6eyIkaWQiOiI1MTMiLCJMaW5lQ29sb3IiOm51bGwsIkxpbmVXZWlnaHQiOjAuMCwiTGluZVR5cGUiOjAsIlBhcmVudFN0eWxlIjpudWxsfSwiUGFyZW50U3R5bGUiOm51bGx9LCJEdXJhdGlvblN0eWxlIjp7IiRpZCI6IjUxNCIsIkZvbnRTZXR0aW5ncyI6eyIkaWQiOiI1MTUiLCJGb250U2l6ZSI6MTAsIkZvbnROYW1lIjoiQ2FsaWJyaSIsIklzQm9sZCI6ZmFsc2UsIklzSXRhbGljIjpmYWxzZSwiSXNVbmRlcmxpbmVkIjpmYWxzZSwiUGFyZW50U3R5bGUiOm51bGx9LCJBdXRvU2l6ZSI6MCwiRm9yZWdyb3VuZCI6eyIkaWQiOiI1MTYiLCJDb2xvciI6eyIkcmVmIjoiOTMifX0sIk1heFdpZHRoIjoyMDAuMCwiTWF4SGVpZ2h0IjoiSW5maW5pdHkiLCJTbWFydEZvcmVncm91bmRJc0FjdGl2ZSI6ZmFsc2UsIkhvcml6b250YWxBbGlnbm1lbnQiOjAsIlZlcnRpY2FsQWxpZ25tZW50IjowLCJTbWFydEZvcmVncm91bmQiOm51bGwsIkJhY2tncm91bmRGaWxsVHlwZSI6MCwiTWFyZ2luIjp7IiRpZCI6IjUxNyIsIlRvcCI6MCwiTGVmdCI6MCwiUmlnaHQiOjAsIkJvdHRvbSI6MH0sIlBhZGRpbmciOnsiJGlkIjoiNTE4IiwiVG9wIjowLCJMZWZ0IjowLCJSaWdodCI6MCwiQm90dG9tIjowfSwiQmFja2dyb3VuZCI6eyIkcmVmIjoiOTYifSwiSXNWaXNpYmxlIjp0cnVlLCJXaWR0aCI6MC4wLCJIZWlnaHQiOjAuMCwiQm9yZGVyU3R5bGUiOnsiJGlkIjoiNTE5IiwiTGluZUNvbG9yIjpudWxsLCJMaW5lV2VpZ2h0IjowLjAsIkxpbmVUeXBlIjowLCJQYXJlbnRTdHlsZSI6bnVsbH0sIlBhcmVudFN0eWxlIjpudWxsfSwiSG9yaXpvbnRhbENvbm5lY3RvclN0eWxlIjp7IiRpZCI6IjUyMCIsIkxpbmVDb2xvciI6eyIkcmVmIjoiOTgifSwiTGluZVdlaWdodCI6MS4wLCJMaW5lVHlwZSI6MCwiUGFyZW50U3R5bGUiOm51bGx9LCJWZXJ0aWNhbENvbm5lY3RvclN0eWxlIjp7IiRpZCI6IjUyMS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MsIklzQmVsb3dUaW1lYmFuZCI6dHJ1ZSwiUGVyY2VudGFnZUNvbXBsZXRlU2hhcGVPcGFjaXR5IjozNSwiU2hhcGVTdHlsZSI6eyIkaWQiOiI1MjIiLCJNYXJnaW4iOnsiJGlkIjoiNTIzIiwiVG9wIjowLCJMZWZ0Ijo0LCJSaWdodCI6NCwiQm90dG9tIjowfSwiUGFkZGluZyI6eyIkaWQiOiI1MjQiLCJUb3AiOjAsIkxlZnQiOjAsIlJpZ2h0IjowLCJCb3R0b20iOjB9LCJCYWNrZ3JvdW5kIjp7IiRpZCI6IjUyNSIsIkNvbG9yIjp7IiRyZWYiOiIxMDcifX0sIklzVmlzaWJsZSI6dHJ1ZSwiV2lkdGgiOjAuMCwiSGVpZ2h0IjoxMC4wLCJCb3JkZXJTdHlsZSI6eyIkaWQiOiI1MjYiLCJMaW5lQ29sb3IiOnsiJHJlZiI6IjEwOSJ9LCJMaW5lV2VpZ2h0IjowLjAsIkxpbmVUeXBlIjowLCJQYXJlbnRTdHlsZSI6bnVsbH0sIlBhcmVudFN0eWxlIjpudWxsfSwiVGl0bGVTdHlsZSI6eyIkaWQiOiI1MjciLCJGb250U2V0dGluZ3MiOnsiJGlkIjoiNTI4IiwiRm9udFNpemUiOjExLCJGb250TmFtZSI6IkNhbGlicmkiLCJJc0JvbGQiOnRydWUsIklzSXRhbGljIjpmYWxzZSwiSXNVbmRlcmxpbmVkIjpmYWxzZSwiUGFyZW50U3R5bGUiOm51bGx9LCJBdXRvU2l6ZSI6MCwiRm9yZWdyb3VuZCI6eyIkaWQiOiI1MjkiLCJDb2xvciI6eyIkcmVmIjoiMTE0In19LCJNYXhXaWR0aCI6OTYwLjAsIk1heEhlaWdodCI6IkluZmluaXR5IiwiU21hcnRGb3JlZ3JvdW5kSXNBY3RpdmUiOmZhbHNlLCJIb3Jpem9udGFsQWxpZ25tZW50IjowLCJWZXJ0aWNhbEFsaWdubWVudCI6MCwiU21hcnRGb3JlZ3JvdW5kIjpudWxsLCJCYWNrZ3JvdW5kRmlsbFR5cGUiOjAsIk1hcmdpbiI6eyIkaWQiOiI1MzAiLCJUb3AiOjAsIkxlZnQiOjAsIlJpZ2h0IjowLCJCb3R0b20iOjB9LCJQYWRkaW5nIjp7IiRpZCI6IjUzMSIsIlRvcCI6MCwiTGVmdCI6MCwiUmlnaHQiOjAsIkJvdHRvbSI6MH0sIkJhY2tncm91bmQiOnsiJHJlZiI6IjExNyJ9LCJJc1Zpc2libGUiOnRydWUsIldpZHRoIjowLjAsIkhlaWdodCI6MC4wLCJCb3JkZXJTdHlsZSI6eyIkaWQiOiI1MzIiLCJMaW5lQ29sb3IiOm51bGwsIkxpbmVXZWlnaHQiOjAuMCwiTGluZVR5cGUiOjAsIlBhcmVudFN0eWxlIjpudWxsfSwiUGFyZW50U3R5bGUiOm51bGx9LCJEYXRlU3R5bGUiOnsiJGlkIjoiNTMzIiwiRm9udFNldHRpbmdzIjp7IiRpZCI6IjUzNCIsIkZvbnRTaXplIjoxMCwiRm9udE5hbWUiOiJDYWxpYnJpIiwiSXNCb2xkIjpmYWxzZSwiSXNJdGFsaWMiOmZhbHNlLCJJc1VuZGVybGluZWQiOmZhbHNlLCJQYXJlbnRTdHlsZSI6bnVsbH0sIkF1dG9TaXplIjowLCJGb3JlZ3JvdW5kIjp7IiRpZCI6IjUzNSIsIkNvbG9yIjp7IiRyZWYiOiIxMjEifX0sIk1heFdpZHRoIjoyMDAuMCwiTWF4SGVpZ2h0IjoiSW5maW5pdHkiLCJTbWFydEZvcmVncm91bmRJc0FjdGl2ZSI6ZmFsc2UsIkhvcml6b250YWxBbGlnbm1lbnQiOjAsIlZlcnRpY2FsQWxpZ25tZW50IjowLCJTbWFydEZvcmVncm91bmQiOm51bGwsIkJhY2tncm91bmRGaWxsVHlwZSI6MCwiTWFyZ2luIjp7IiRpZCI6IjUzNiIsIlRvcCI6MCwiTGVmdCI6MCwiUmlnaHQiOjAsIkJvdHRvbSI6MH0sIlBhZGRpbmciOnsiJGlkIjoiNTM3IiwiVG9wIjowLCJMZWZ0IjowLCJSaWdodCI6MCwiQm90dG9tIjowfSwiQmFja2dyb3VuZCI6eyIkcmVmIjoiMTI0In0sIklzVmlzaWJsZSI6dHJ1ZSwiV2lkdGgiOjAuMCwiSGVpZ2h0IjowLjAsIkJvcmRlclN0eWxlIjp7IiRpZCI6IjUzOCIsIkxpbmVDb2xvciI6bnVsbCwiTGluZVdlaWdodCI6MC4wLCJMaW5lVHlwZSI6MCwiUGFyZW50U3R5bGUiOm51bGx9LCJQYXJlbnRTdHlsZSI6bnVsbH0sIkRhdGVGb3JtYXQiOnsiJGlkIjoiNT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ExLCJTbWFydER1cmF0aW9uQWN0aXZhdGVkIjpmYWxzZSwiRGF0ZUZvcm1hdCI6eyIkcmVmIjoiNTM5In0sIklkIjoiYjhmOGM4YzQtZDQ5OC00MTc4LWIyNzktOTJhNTc1YjNiNzU5IiwiSW1wb3J0SWQiOiIxIiwiVGl0bGUiOiJSZXBsaWNhdGUgcG9ydGlvbiB0byBEQzQiLCJOb3RlIjpudWxsLCJIeXBlcmxpbmsiOm51bGwsIklzQ2hhbmdlZCI6ZmFsc2UsIklzTmV3IjpmYWxzZX0seyIkaWQiOiI1NDAiLCJHcm91cE5hbWUiOm51bGwsIlN0YXJ0RGF0ZSI6IjIwMTktMDktMTVUMDA6MDA6MDAiLCJFbmREYXRlIjoiMjAxOS0xMC0wMVQyMzo1OTowMCIsIlBlcmNlbnRhZ2VDb21wbGV0ZSI6bnVsbCwiU3R5bGUiOnsiJGlkIjoiNTQxIiwiU2hhcGUiOjAsIlNoYXBlVGhpY2tuZXNzIjowLCJEdXJhdGlvbkZvcm1hdCI6MCwiSW5jbHVkZU5vbldvcmtpbmdEYXlzSW5EdXJhdGlvbiI6ZmFsc2UsIlBlcmNlbnRhZ2VDb21wbGV0ZVN0eWxlIjp7IiRpZCI6IjU0MiIsIkZvbnRTZXR0aW5ncyI6eyIkaWQiOiI1NDMiLCJGb250U2l6ZSI6MTAsIkZvbnROYW1lIjoiQ2FsaWJyaSIsIklzQm9sZCI6ZmFsc2UsIklzSXRhbGljIjpmYWxzZSwiSXNVbmRlcmxpbmVkIjpmYWxzZSwiUGFyZW50U3R5bGUiOm51bGx9LCJBdXRvU2l6ZSI6MCwiRm9yZWdyb3VuZCI6eyIkaWQiOiI1NDQiLCJDb2xvciI6eyIkcmVmIjoiODYifX0sIk1heFdpZHRoIjoyMDAuMCwiTWF4SGVpZ2h0IjoiSW5maW5pdHkiLCJTbWFydEZvcmVncm91bmRJc0FjdGl2ZSI6ZmFsc2UsIkhvcml6b250YWxBbGlnbm1lbnQiOjAsIlZlcnRpY2FsQWxpZ25tZW50IjowLCJTbWFydEZvcmVncm91bmQiOm51bGwsIkJhY2tncm91bmRGaWxsVHlwZSI6MCwiTWFyZ2luIjp7IiRpZCI6IjU0NSIsIlRvcCI6MCwiTGVmdCI6MCwiUmlnaHQiOjAsIkJvdHRvbSI6MH0sIlBhZGRpbmciOnsiJGlkIjoiNTQ2IiwiVG9wIjowLCJMZWZ0IjowLCJSaWdodCI6MCwiQm90dG9tIjowfSwiQmFja2dyb3VuZCI6eyIkcmVmIjoiODkifSwiSXNWaXNpYmxlIjp0cnVlLCJXaWR0aCI6MC4wLCJIZWlnaHQiOjAuMCwiQm9yZGVyU3R5bGUiOnsiJGlkIjoiNTQ3IiwiTGluZUNvbG9yIjpudWxsLCJMaW5lV2VpZ2h0IjowLjAsIkxpbmVUeXBlIjowLCJQYXJlbnRTdHlsZSI6bnVsbH0sIlBhcmVudFN0eWxlIjpudWxsfSwiRHVyYXRpb25TdHlsZSI6eyIkaWQiOiI1NDgiLCJGb250U2V0dGluZ3MiOnsiJGlkIjoiNTQ5IiwiRm9udFNpemUiOjEwLCJGb250TmFtZSI6IkNhbGlicmkiLCJJc0JvbGQiOmZhbHNlLCJJc0l0YWxpYyI6ZmFsc2UsIklzVW5kZXJsaW5lZCI6ZmFsc2UsIlBhcmVudFN0eWxlIjpudWxsfSwiQXV0b1NpemUiOjAsIkZvcmVncm91bmQiOnsiJGlkIjoiNTUwIiwiQ29sb3IiOnsiJHJlZiI6IjkzIn19LCJNYXhXaWR0aCI6MjAwLjAsIk1heEhlaWdodCI6IkluZmluaXR5IiwiU21hcnRGb3JlZ3JvdW5kSXNBY3RpdmUiOmZhbHNlLCJIb3Jpem9udGFsQWxpZ25tZW50IjowLCJWZXJ0aWNhbEFsaWdubWVudCI6MCwiU21hcnRGb3JlZ3JvdW5kIjpudWxsLCJCYWNrZ3JvdW5kRmlsbFR5cGUiOjAsIk1hcmdpbiI6eyIkaWQiOiI1NTEiLCJUb3AiOjAsIkxlZnQiOjAsIlJpZ2h0IjowLCJCb3R0b20iOjB9LCJQYWRkaW5nIjp7IiRpZCI6IjU1MiIsIlRvcCI6MCwiTGVmdCI6MCwiUmlnaHQiOjAsIkJvdHRvbSI6MH0sIkJhY2tncm91bmQiOnsiJHJlZiI6Ijk2In0sIklzVmlzaWJsZSI6dHJ1ZSwiV2lkdGgiOjAuMCwiSGVpZ2h0IjowLjAsIkJvcmRlclN0eWxlIjp7IiRpZCI6IjU1MyIsIkxpbmVDb2xvciI6bnVsbCwiTGluZVdlaWdodCI6MC4wLCJMaW5lVHlwZSI6MCwiUGFyZW50U3R5bGUiOm51bGx9LCJQYXJlbnRTdHlsZSI6bnVsbH0sIkhvcml6b250YWxDb25uZWN0b3JTdHlsZSI6eyIkaWQiOiI1NTQiLCJMaW5lQ29sb3IiOnsiJHJlZiI6Ijk4In0sIkxpbmVXZWlnaHQiOjEuMCwiTGluZVR5cGUiOjAsIlBhcmVudFN0eWxlIjpudWxsfSwiVmVydGljYWxDb25uZWN0b3JTdHlsZSI6eyIkaWQiOiI1NTU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TU2IiwiTWFyZ2luIjp7IiRpZCI6IjU1NyIsIlRvcCI6MCwiTGVmdCI6NCwiUmlnaHQiOjQsIkJvdHRvbSI6MH0sIlBhZGRpbmciOnsiJGlkIjoiNTU4IiwiVG9wIjowLCJMZWZ0IjowLCJSaWdodCI6MCwiQm90dG9tIjowfSwiQmFja2dyb3VuZCI6eyIkaWQiOiI1NTkiLCJDb2xvciI6eyIkcmVmIjoiMTA3In19LCJJc1Zpc2libGUiOnRydWUsIldpZHRoIjowLjAsIkhlaWdodCI6MTAuMCwiQm9yZGVyU3R5bGUiOnsiJGlkIjoiNTYwIiwiTGluZUNvbG9yIjp7IiRyZWYiOiIxMDkifSwiTGluZVdlaWdodCI6MC4wLCJMaW5lVHlwZSI6MCwiUGFyZW50U3R5bGUiOm51bGx9LCJQYXJlbnRTdHlsZSI6bnVsbH0sIlRpdGxlU3R5bGUiOnsiJGlkIjoiNTYxIiwiRm9udFNldHRpbmdzIjp7IiRpZCI6IjU2MiIsIkZvbnRTaXplIjoxMSwiRm9udE5hbWUiOiJDYWxpYnJpIiwiSXNCb2xkIjp0cnVlLCJJc0l0YWxpYyI6ZmFsc2UsIklzVW5kZXJsaW5lZCI6ZmFsc2UsIlBhcmVudFN0eWxlIjpudWxsfSwiQXV0b1NpemUiOjAsIkZvcmVncm91bmQiOnsiJGlkIjoiNTYzIiwiQ29sb3IiOnsiJHJlZiI6IjExNCJ9fSwiTWF4V2lkdGgiOjk2MC4wLCJNYXhIZWlnaHQiOiJJbmZpbml0eSIsIlNtYXJ0Rm9yZWdyb3VuZElzQWN0aXZlIjpmYWxzZSwiSG9yaXpvbnRhbEFsaWdubWVudCI6MCwiVmVydGljYWxBbGlnbm1lbnQiOjAsIlNtYXJ0Rm9yZWdyb3VuZCI6bnVsbCwiQmFja2dyb3VuZEZpbGxUeXBlIjowLCJNYXJnaW4iOnsiJGlkIjoiNTY0IiwiVG9wIjowLCJMZWZ0IjowLCJSaWdodCI6MCwiQm90dG9tIjowfSwiUGFkZGluZyI6eyIkaWQiOiI1NjUiLCJUb3AiOjAsIkxlZnQiOjAsIlJpZ2h0IjowLCJCb3R0b20iOjB9LCJCYWNrZ3JvdW5kIjp7IiRyZWYiOiIxMTcifSwiSXNWaXNpYmxlIjp0cnVlLCJXaWR0aCI6MC4wLCJIZWlnaHQiOjAuMCwiQm9yZGVyU3R5bGUiOnsiJGlkIjoiNTY2IiwiTGluZUNvbG9yIjpudWxsLCJMaW5lV2VpZ2h0IjowLjAsIkxpbmVUeXBlIjowLCJQYXJlbnRTdHlsZSI6bnVsbH0sIlBhcmVudFN0eWxlIjpudWxsfSwiRGF0ZVN0eWxlIjp7IiRpZCI6IjU2NyIsIkZvbnRTZXR0aW5ncyI6eyIkaWQiOiI1NjgiLCJGb250U2l6ZSI6MTAsIkZvbnROYW1lIjoiQ2FsaWJyaSIsIklzQm9sZCI6ZmFsc2UsIklzSXRhbGljIjpmYWxzZSwiSXNVbmRlcmxpbmVkIjpmYWxzZSwiUGFyZW50U3R5bGUiOm51bGx9LCJBdXRvU2l6ZSI6MCwiRm9yZWdyb3VuZCI6eyIkaWQiOiI1NjkiLCJDb2xvciI6eyIkcmVmIjoiMTIxIn19LCJNYXhXaWR0aCI6MjAwLjAsIk1heEhlaWdodCI6IkluZmluaXR5IiwiU21hcnRGb3JlZ3JvdW5kSXNBY3RpdmUiOmZhbHNlLCJIb3Jpem9udGFsQWxpZ25tZW50IjowLCJWZXJ0aWNhbEFsaWdubWVudCI6MCwiU21hcnRGb3JlZ3JvdW5kIjpudWxsLCJCYWNrZ3JvdW5kRmlsbFR5cGUiOjAsIk1hcmdpbiI6eyIkaWQiOiI1NzAiLCJUb3AiOjAsIkxlZnQiOjAsIlJpZ2h0IjowLCJCb3R0b20iOjB9LCJQYWRkaW5nIjp7IiRpZCI6IjU3MSIsIlRvcCI6MCwiTGVmdCI6MCwiUmlnaHQiOjAsIkJvdHRvbSI6MH0sIkJhY2tncm91bmQiOnsiJHJlZiI6IjEyNCJ9LCJJc1Zpc2libGUiOnRydWUsIldpZHRoIjowLjAsIkhlaWdodCI6MC4wLCJCb3JkZXJTdHlsZSI6eyIkaWQiOiI1NzIiLCJMaW5lQ29sb3IiOm51bGwsIkxpbmVXZWlnaHQiOjAuMCwiTGluZVR5cGUiOjAsIlBhcmVudFN0eWxlIjpudWxsfSwiUGFyZW50U3R5bGUiOm51bGx9LCJEYXRlRm9ybWF0Ijp7IiRpZCI6IjU3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MiwiU21hcnREdXJhdGlvbkFjdGl2YXRlZCI6ZmFsc2UsIkRhdGVGb3JtYXQiOnsiJHJlZiI6IjU3MyJ9LCJJZCI6IjhlZDJlZjlmLWNlM2MtNDgyZS04YTY0LTBkMzhlZDllN2QzMCIsIkltcG9ydElkIjoiMSIsIlRpdGxlIjoiQnVpbGQgREM0IEFsaWduIERvbWFpbiBDb250cm9sbGVycyIsIk5vdGUiOm51bGwsIkh5cGVybGluayI6bnVsbCwiSXNDaGFuZ2VkIjpmYWxzZSwiSXNOZXciOmZhbHNlfSx7IiRpZCI6IjU3NCIsIkdyb3VwTmFtZSI6bnVsbCwiU3RhcnREYXRlIjoiMjAxOS0xMS0wNFQwMDowMDowMCIsIkVuZERhdGUiOiIyMDE5LTExLTE1VDIzOjU5OjAwIiwiUGVyY2VudGFnZUNvbXBsZXRlIjpudWxsLCJTdHlsZSI6eyIkaWQiOiI1NzUiLCJTaGFwZSI6MCwiU2hhcGVUaGlja25lc3MiOjAsIkR1cmF0aW9uRm9ybWF0IjowLCJJbmNsdWRlTm9uV29ya2luZ0RheXNJbkR1cmF0aW9uIjpmYWxzZSwiUGVyY2VudGFnZUNvbXBsZXRlU3R5bGUiOnsiJGlkIjoiNTc2IiwiRm9udFNldHRpbmdzIjp7IiRpZCI6IjU3NyIsIkZvbnRTaXplIjoxMCwiRm9udE5hbWUiOiJDYWxpYnJpIiwiSXNCb2xkIjpmYWxzZSwiSXNJdGFsaWMiOmZhbHNlLCJJc1VuZGVybGluZWQiOmZhbHNlLCJQYXJlbnRTdHlsZSI6bnVsbH0sIkF1dG9TaXplIjowLCJGb3JlZ3JvdW5kIjp7IiRpZCI6IjU3OCIsIkNvbG9yIjp7IiRyZWYiOiI4NiJ9fSwiTWF4V2lkdGgiOjIwMC4wLCJNYXhIZWlnaHQiOiJJbmZpbml0eSIsIlNtYXJ0Rm9yZWdyb3VuZElzQWN0aXZlIjpmYWxzZSwiSG9yaXpvbnRhbEFsaWdubWVudCI6MCwiVmVydGljYWxBbGlnbm1lbnQiOjAsIlNtYXJ0Rm9yZWdyb3VuZCI6bnVsbCwiQmFja2dyb3VuZEZpbGxUeXBlIjowLCJNYXJnaW4iOnsiJGlkIjoiNTc5IiwiVG9wIjowLCJMZWZ0IjowLCJSaWdodCI6MCwiQm90dG9tIjowfSwiUGFkZGluZyI6eyIkaWQiOiI1ODAiLCJUb3AiOjAsIkxlZnQiOjAsIlJpZ2h0IjowLCJCb3R0b20iOjB9LCJCYWNrZ3JvdW5kIjp7IiRyZWYiOiI4OSJ9LCJJc1Zpc2libGUiOnRydWUsIldpZHRoIjowLjAsIkhlaWdodCI6MC4wLCJCb3JkZXJTdHlsZSI6eyIkaWQiOiI1ODEiLCJMaW5lQ29sb3IiOm51bGwsIkxpbmVXZWlnaHQiOjAuMCwiTGluZVR5cGUiOjAsIlBhcmVudFN0eWxlIjpudWxsfSwiUGFyZW50U3R5bGUiOm51bGx9LCJEdXJhdGlvblN0eWxlIjp7IiRpZCI6IjU4MiIsIkZvbnRTZXR0aW5ncyI6eyIkaWQiOiI1ODMiLCJGb250U2l6ZSI6MTAsIkZvbnROYW1lIjoiQ2FsaWJyaSIsIklzQm9sZCI6ZmFsc2UsIklzSXRhbGljIjpmYWxzZSwiSXNVbmRlcmxpbmVkIjpmYWxzZSwiUGFyZW50U3R5bGUiOm51bGx9LCJBdXRvU2l6ZSI6MCwiRm9yZWdyb3VuZCI6eyIkaWQiOiI1ODQiLCJDb2xvciI6eyIkcmVmIjoiOTMifX0sIk1heFdpZHRoIjoyMDAuMCwiTWF4SGVpZ2h0IjoiSW5maW5pdHkiLCJTbWFydEZvcmVncm91bmRJc0FjdGl2ZSI6ZmFsc2UsIkhvcml6b250YWxBbGlnbm1lbnQiOjAsIlZlcnRpY2FsQWxpZ25tZW50IjowLCJTbWFydEZvcmVncm91bmQiOm51bGwsIkJhY2tncm91bmRGaWxsVHlwZSI6MCwiTWFyZ2luIjp7IiRpZCI6IjU4NSIsIlRvcCI6MCwiTGVmdCI6MCwiUmlnaHQiOjAsIkJvdHRvbSI6MH0sIlBhZGRpbmciOnsiJGlkIjoiNTg2IiwiVG9wIjowLCJMZWZ0IjowLCJSaWdodCI6MCwiQm90dG9tIjowfSwiQmFja2dyb3VuZCI6eyIkcmVmIjoiOTYifSwiSXNWaXNpYmxlIjp0cnVlLCJXaWR0aCI6MC4wLCJIZWlnaHQiOjAuMCwiQm9yZGVyU3R5bGUiOnsiJGlkIjoiNTg3IiwiTGluZUNvbG9yIjpudWxsLCJMaW5lV2VpZ2h0IjowLjAsIkxpbmVUeXBlIjowLCJQYXJlbnRTdHlsZSI6bnVsbH0sIlBhcmVudFN0eWxlIjpudWxsfSwiSG9yaXpvbnRhbENvbm5lY3RvclN0eWxlIjp7IiRpZCI6IjU4OCIsIkxpbmVDb2xvciI6eyIkcmVmIjoiOTgifSwiTGluZVdlaWdodCI6MS4wLCJMaW5lVHlwZSI6MCwiUGFyZW50U3R5bGUiOm51bGx9LCJWZXJ0aWNhbENvbm5lY3RvclN0eWxlIjp7IiRpZCI6IjU4OS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MsIklzQmVsb3dUaW1lYmFuZCI6dHJ1ZSwiUGVyY2VudGFnZUNvbXBsZXRlU2hhcGVPcGFjaXR5IjozNSwiU2hhcGVTdHlsZSI6eyIkaWQiOiI1OTAiLCJNYXJnaW4iOnsiJGlkIjoiNTkxIiwiVG9wIjowLCJMZWZ0Ijo0LCJSaWdodCI6NCwiQm90dG9tIjowfSwiUGFkZGluZyI6eyIkaWQiOiI1OTIiLCJUb3AiOjAsIkxlZnQiOjAsIlJpZ2h0IjowLCJCb3R0b20iOjB9LCJCYWNrZ3JvdW5kIjp7IiRpZCI6IjU5MyIsIkNvbG9yIjp7IiRyZWYiOiIxMDcifX0sIklzVmlzaWJsZSI6dHJ1ZSwiV2lkdGgiOjAuMCwiSGVpZ2h0IjoxMC4wLCJCb3JkZXJTdHlsZSI6eyIkaWQiOiI1OTQiLCJMaW5lQ29sb3IiOnsiJHJlZiI6IjEwOSJ9LCJMaW5lV2VpZ2h0IjowLjAsIkxpbmVUeXBlIjowLCJQYXJlbnRTdHlsZSI6bnVsbH0sIlBhcmVudFN0eWxlIjpudWxsfSwiVGl0bGVTdHlsZSI6eyIkaWQiOiI1OTUiLCJGb250U2V0dGluZ3MiOnsiJGlkIjoiNTk2IiwiRm9udFNpemUiOjExLCJGb250TmFtZSI6IkNhbGlicmkiLCJJc0JvbGQiOnRydWUsIklzSXRhbGljIjpmYWxzZSwiSXNVbmRlcmxpbmVkIjpmYWxzZSwiUGFyZW50U3R5bGUiOm51bGx9LCJBdXRvU2l6ZSI6MCwiRm9yZWdyb3VuZCI6eyIkaWQiOiI1OTciLCJDb2xvciI6eyIkcmVmIjoiMTE0In19LCJNYXhXaWR0aCI6OTYwLjAsIk1heEhlaWdodCI6IkluZmluaXR5IiwiU21hcnRGb3JlZ3JvdW5kSXNBY3RpdmUiOmZhbHNlLCJIb3Jpem9udGFsQWxpZ25tZW50IjowLCJWZXJ0aWNhbEFsaWdubWVudCI6MCwiU21hcnRGb3JlZ3JvdW5kIjpudWxsLCJCYWNrZ3JvdW5kRmlsbFR5cGUiOjAsIk1hcmdpbiI6eyIkaWQiOiI1OTgiLCJUb3AiOjAsIkxlZnQiOjAsIlJpZ2h0IjowLCJCb3R0b20iOjB9LCJQYWRkaW5nIjp7IiRpZCI6IjU5OSIsIlRvcCI6MCwiTGVmdCI6MCwiUmlnaHQiOjAsIkJvdHRvbSI6MH0sIkJhY2tncm91bmQiOnsiJHJlZiI6IjExNyJ9LCJJc1Zpc2libGUiOnRydWUsIldpZHRoIjowLjAsIkhlaWdodCI6MC4wLCJCb3JkZXJTdHlsZSI6eyIkaWQiOiI2MDAiLCJMaW5lQ29sb3IiOm51bGwsIkxpbmVXZWlnaHQiOjAuMCwiTGluZVR5cGUiOjAsIlBhcmVudFN0eWxlIjpudWxsfSwiUGFyZW50U3R5bGUiOm51bGx9LCJEYXRlU3R5bGUiOnsiJGlkIjoiNjAxIiwiRm9udFNldHRpbmdzIjp7IiRpZCI6IjYwMiIsIkZvbnRTaXplIjoxMCwiRm9udE5hbWUiOiJDYWxpYnJpIiwiSXNCb2xkIjpmYWxzZSwiSXNJdGFsaWMiOmZhbHNlLCJJc1VuZGVybGluZWQiOmZhbHNlLCJQYXJlbnRTdHlsZSI6bnVsbH0sIkF1dG9TaXplIjowLCJGb3JlZ3JvdW5kIjp7IiRpZCI6IjYwMyIsIkNvbG9yIjp7IiRyZWYiOiIxMjEifX0sIk1heFdpZHRoIjoyMDAuMCwiTWF4SGVpZ2h0IjoiSW5maW5pdHkiLCJTbWFydEZvcmVncm91bmRJc0FjdGl2ZSI6ZmFsc2UsIkhvcml6b250YWxBbGlnbm1lbnQiOjAsIlZlcnRpY2FsQWxpZ25tZW50IjowLCJTbWFydEZvcmVncm91bmQiOm51bGwsIkJhY2tncm91bmRGaWxsVHlwZSI6MCwiTWFyZ2luIjp7IiRpZCI6IjYwNCIsIlRvcCI6MCwiTGVmdCI6MCwiUmlnaHQiOjAsIkJvdHRvbSI6MH0sIlBhZGRpbmciOnsiJGlkIjoiNjA1IiwiVG9wIjowLCJMZWZ0IjowLCJSaWdodCI6MCwiQm90dG9tIjowfSwiQmFja2dyb3VuZCI6eyIkcmVmIjoiMTI0In0sIklzVmlzaWJsZSI6dHJ1ZSwiV2lkdGgiOjAuMCwiSGVpZ2h0IjowLjAsIkJvcmRlclN0eWxlIjp7IiRpZCI6IjYwNiIsIkxpbmVDb2xvciI6bnVsbCwiTGluZVdlaWdodCI6MC4wLCJMaW5lVHlwZSI6MCwiUGFyZW50U3R5bGUiOm51bGx9LCJQYXJlbnRTdHlsZSI6bnVsbH0sIkRhdGVGb3JtYXQiOnsiJGlkIjoiNjA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EzLCJTbWFydER1cmF0aW9uQWN0aXZhdGVkIjpmYWxzZSwiRGF0ZUZvcm1hdCI6eyIkcmVmIjoiNjA3In0sIklkIjoiMWYzN2UwMDUtN2I2NC00ZmMwLTk0YWItYzUzMmJhYmViNGNhIiwiSW1wb3J0SWQiOiIxIiwiVGl0bGUiOiJVQVQgVGVzdGluZyBpbiBEQzQiLCJOb3RlIjpudWxsLCJIeXBlcmxpbmsiOm51bGwsIklzQ2hhbmdlZCI6ZmFsc2UsIklzTmV3IjpmYWxzZX0seyIkaWQiOiI2MDgiLCJHcm91cE5hbWUiOm51bGwsIlN0YXJ0RGF0ZSI6IjIwMTktMTEtMDFUMDA6MDA6MDAiLCJFbmREYXRlIjoiMjAxOS0xMS0xNVQyMzo1OTowMCIsIlBlcmNlbnRhZ2VDb21wbGV0ZSI6bnVsbCwiU3R5bGUiOnsiJGlkIjoiNjA5IiwiU2hhcGUiOjAsIlNoYXBlVGhpY2tuZXNzIjowLCJEdXJhdGlvbkZvcm1hdCI6MCwiSW5jbHVkZU5vbldvcmtpbmdEYXlzSW5EdXJhdGlvbiI6ZmFsc2UsIlBlcmNlbnRhZ2VDb21wbGV0ZVN0eWxlIjp7IiRpZCI6IjYxMCIsIkZvbnRTZXR0aW5ncyI6eyIkaWQiOiI2MTEiLCJGb250U2l6ZSI6MTAsIkZvbnROYW1lIjoiQ2FsaWJyaSIsIklzQm9sZCI6ZmFsc2UsIklzSXRhbGljIjpmYWxzZSwiSXNVbmRlcmxpbmVkIjpmYWxzZSwiUGFyZW50U3R5bGUiOm51bGx9LCJBdXRvU2l6ZSI6MCwiRm9yZWdyb3VuZCI6eyIkaWQiOiI2MTIiLCJDb2xvciI6eyIkcmVmIjoiODYifX0sIk1heFdpZHRoIjoyMDAuMCwiTWF4SGVpZ2h0IjoiSW5maW5pdHkiLCJTbWFydEZvcmVncm91bmRJc0FjdGl2ZSI6ZmFsc2UsIkhvcml6b250YWxBbGlnbm1lbnQiOjAsIlZlcnRpY2FsQWxpZ25tZW50IjowLCJTbWFydEZvcmVncm91bmQiOm51bGwsIkJhY2tncm91bmRGaWxsVHlwZSI6MCwiTWFyZ2luIjp7IiRpZCI6IjYxMyIsIlRvcCI6MCwiTGVmdCI6MCwiUmlnaHQiOjAsIkJvdHRvbSI6MH0sIlBhZGRpbmciOnsiJGlkIjoiNjE0IiwiVG9wIjowLCJMZWZ0IjowLCJSaWdodCI6MCwiQm90dG9tIjowfSwiQmFja2dyb3VuZCI6eyIkcmVmIjoiODkifSwiSXNWaXNpYmxlIjp0cnVlLCJXaWR0aCI6MC4wLCJIZWlnaHQiOjAuMCwiQm9yZGVyU3R5bGUiOnsiJGlkIjoiNjE1IiwiTGluZUNvbG9yIjpudWxsLCJMaW5lV2VpZ2h0IjowLjAsIkxpbmVUeXBlIjowLCJQYXJlbnRTdHlsZSI6bnVsbH0sIlBhcmVudFN0eWxlIjpudWxsfSwiRHVyYXRpb25TdHlsZSI6eyIkaWQiOiI2MTYiLCJGb250U2V0dGluZ3MiOnsiJGlkIjoiNjE3IiwiRm9udFNpemUiOjEwLCJGb250TmFtZSI6IkNhbGlicmkiLCJJc0JvbGQiOmZhbHNlLCJJc0l0YWxpYyI6ZmFsc2UsIklzVW5kZXJsaW5lZCI6ZmFsc2UsIlBhcmVudFN0eWxlIjpudWxsfSwiQXV0b1NpemUiOjAsIkZvcmVncm91bmQiOnsiJGlkIjoiNjE4IiwiQ29sb3IiOnsiJHJlZiI6IjkzIn19LCJNYXhXaWR0aCI6MjAwLjAsIk1heEhlaWdodCI6IkluZmluaXR5IiwiU21hcnRGb3JlZ3JvdW5kSXNBY3RpdmUiOmZhbHNlLCJIb3Jpem9udGFsQWxpZ25tZW50IjowLCJWZXJ0aWNhbEFsaWdubWVudCI6MCwiU21hcnRGb3JlZ3JvdW5kIjpudWxsLCJCYWNrZ3JvdW5kRmlsbFR5cGUiOjAsIk1hcmdpbiI6eyIkaWQiOiI2MTkiLCJUb3AiOjAsIkxlZnQiOjAsIlJpZ2h0IjowLCJCb3R0b20iOjB9LCJQYWRkaW5nIjp7IiRpZCI6IjYyMCIsIlRvcCI6MCwiTGVmdCI6MCwiUmlnaHQiOjAsIkJvdHRvbSI6MH0sIkJhY2tncm91bmQiOnsiJHJlZiI6Ijk2In0sIklzVmlzaWJsZSI6dHJ1ZSwiV2lkdGgiOjAuMCwiSGVpZ2h0IjowLjAsIkJvcmRlclN0eWxlIjp7IiRpZCI6IjYyMSIsIkxpbmVDb2xvciI6bnVsbCwiTGluZVdlaWdodCI6MC4wLCJMaW5lVHlwZSI6MCwiUGFyZW50U3R5bGUiOm51bGx9LCJQYXJlbnRTdHlsZSI6bnVsbH0sIkhvcml6b250YWxDb25uZWN0b3JTdHlsZSI6eyIkaWQiOiI2MjIiLCJMaW5lQ29sb3IiOnsiJHJlZiI6Ijk4In0sIkxpbmVXZWlnaHQiOjEuMCwiTGluZVR5cGUiOjAsIlBhcmVudFN0eWxlIjpudWxsfSwiVmVydGljYWxDb25uZWN0b3JTdHlsZSI6eyIkaWQiOiI2MjM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jI0IiwiTWFyZ2luIjp7IiRpZCI6IjYyNSIsIlRvcCI6MCwiTGVmdCI6NCwiUmlnaHQiOjQsIkJvdHRvbSI6MH0sIlBhZGRpbmciOnsiJGlkIjoiNjI2IiwiVG9wIjowLCJMZWZ0IjowLCJSaWdodCI6MCwiQm90dG9tIjowfSwiQmFja2dyb3VuZCI6eyIkaWQiOiI2MjciLCJDb2xvciI6eyIkcmVmIjoiMTA3In19LCJJc1Zpc2libGUiOnRydWUsIldpZHRoIjowLjAsIkhlaWdodCI6MTAuMCwiQm9yZGVyU3R5bGUiOnsiJGlkIjoiNjI4IiwiTGluZUNvbG9yIjp7IiRyZWYiOiIxMDkifSwiTGluZVdlaWdodCI6MC4wLCJMaW5lVHlwZSI6MCwiUGFyZW50U3R5bGUiOm51bGx9LCJQYXJlbnRTdHlsZSI6bnVsbH0sIlRpdGxlU3R5bGUiOnsiJGlkIjoiNjI5IiwiRm9udFNldHRpbmdzIjp7IiRpZCI6IjYzMCIsIkZvbnRTaXplIjoxMSwiRm9udE5hbWUiOiJDYWxpYnJpIiwiSXNCb2xkIjp0cnVlLCJJc0l0YWxpYyI6ZmFsc2UsIklzVW5kZXJsaW5lZCI6ZmFsc2UsIlBhcmVudFN0eWxlIjpudWxsfSwiQXV0b1NpemUiOjAsIkZvcmVncm91bmQiOnsiJGlkIjoiNjMxIiwiQ29sb3IiOnsiJHJlZiI6IjExNCJ9fSwiTWF4V2lkdGgiOjk2MC4wLCJNYXhIZWlnaHQiOiJJbmZpbml0eSIsIlNtYXJ0Rm9yZWdyb3VuZElzQWN0aXZlIjpmYWxzZSwiSG9yaXpvbnRhbEFsaWdubWVudCI6MCwiVmVydGljYWxBbGlnbm1lbnQiOjAsIlNtYXJ0Rm9yZWdyb3VuZCI6bnVsbCwiQmFja2dyb3VuZEZpbGxUeXBlIjowLCJNYXJnaW4iOnsiJGlkIjoiNjMyIiwiVG9wIjowLCJMZWZ0IjowLCJSaWdodCI6MCwiQm90dG9tIjowfSwiUGFkZGluZyI6eyIkaWQiOiI2MzMiLCJUb3AiOjAsIkxlZnQiOjAsIlJpZ2h0IjowLCJCb3R0b20iOjB9LCJCYWNrZ3JvdW5kIjp7IiRyZWYiOiIxMTcifSwiSXNWaXNpYmxlIjp0cnVlLCJXaWR0aCI6MC4wLCJIZWlnaHQiOjAuMCwiQm9yZGVyU3R5bGUiOnsiJGlkIjoiNjM0IiwiTGluZUNvbG9yIjpudWxsLCJMaW5lV2VpZ2h0IjowLjAsIkxpbmVUeXBlIjowLCJQYXJlbnRTdHlsZSI6bnVsbH0sIlBhcmVudFN0eWxlIjpudWxsfSwiRGF0ZVN0eWxlIjp7IiRpZCI6IjYzNSIsIkZvbnRTZXR0aW5ncyI6eyIkaWQiOiI2MzYiLCJGb250U2l6ZSI6MTAsIkZvbnROYW1lIjoiQ2FsaWJyaSIsIklzQm9sZCI6ZmFsc2UsIklzSXRhbGljIjpmYWxzZSwiSXNVbmRlcmxpbmVkIjpmYWxzZSwiUGFyZW50U3R5bGUiOm51bGx9LCJBdXRvU2l6ZSI6MCwiRm9yZWdyb3VuZCI6eyIkaWQiOiI2MzciLCJDb2xvciI6eyIkcmVmIjoiMTIxIn19LCJNYXhXaWR0aCI6MjAwLjAsIk1heEhlaWdodCI6IkluZmluaXR5IiwiU21hcnRGb3JlZ3JvdW5kSXNBY3RpdmUiOmZhbHNlLCJIb3Jpem9udGFsQWxpZ25tZW50IjowLCJWZXJ0aWNhbEFsaWdubWVudCI6MCwiU21hcnRGb3JlZ3JvdW5kIjpudWxsLCJCYWNrZ3JvdW5kRmlsbFR5cGUiOjAsIk1hcmdpbiI6eyIkaWQiOiI2MzgiLCJUb3AiOjAsIkxlZnQiOjAsIlJpZ2h0IjowLCJCb3R0b20iOjB9LCJQYWRkaW5nIjp7IiRpZCI6IjYzOSIsIlRvcCI6MCwiTGVmdCI6MCwiUmlnaHQiOjAsIkJvdHRvbSI6MH0sIkJhY2tncm91bmQiOnsiJHJlZiI6IjEyNCJ9LCJJc1Zpc2libGUiOnRydWUsIldpZHRoIjowLjAsIkhlaWdodCI6MC4wLCJCb3JkZXJTdHlsZSI6eyIkaWQiOiI2NDAiLCJMaW5lQ29sb3IiOm51bGwsIkxpbmVXZWlnaHQiOjAuMCwiTGluZVR5cGUiOjAsIlBhcmVudFN0eWxlIjpudWxsfSwiUGFyZW50U3R5bGUiOm51bGx9LCJEYXRlRm9ybWF0Ijp7IiRpZCI6IjY0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NCwiU21hcnREdXJhdGlvbkFjdGl2YXRlZCI6ZmFsc2UsIkRhdGVGb3JtYXQiOnsiJHJlZiI6IjY0MSJ9LCJJZCI6ImFhMDljYzU5LWNiZGYtNGI3Zi04YTM5LWQ2ZmE5OGFjYTIzMyIsIkltcG9ydElkIjoiMSIsIlRpdGxlIjoiR3JlYXQgUGxhaW5zIFJlcGxhY2VtZW50IiwiTm90ZSI6bnVsbCwiSHlwZXJsaW5rIjpudWxsLCJJc0NoYW5nZWQiOmZhbHNlLCJJc05ldyI6ZmFsc2V9LHsiJGlkIjoiNjQyIiwiR3JvdXBOYW1lIjpudWxsLCJTdGFydERhdGUiOiIyMDE5LTEwLTAxVDAwOjAwOjAwIiwiRW5kRGF0ZSI6IjIwMTktMTAtMzFUMjM6NTk6MDAiLCJQZXJjZW50YWdlQ29tcGxldGUiOm51bGwsIlN0eWxlIjp7IiRpZCI6IjY0MyIsIlNoYXBlIjowLCJTaGFwZVRoaWNrbmVzcyI6MCwiRHVyYXRpb25Gb3JtYXQiOjAsIkluY2x1ZGVOb25Xb3JraW5nRGF5c0luRHVyYXRpb24iOmZhbHNlLCJQZXJjZW50YWdlQ29tcGxldGVTdHlsZSI6eyIkaWQiOiI2NDQiLCJGb250U2V0dGluZ3MiOnsiJGlkIjoiNjQ1IiwiRm9udFNpemUiOjEwLCJGb250TmFtZSI6IkNhbGlicmkiLCJJc0JvbGQiOmZhbHNlLCJJc0l0YWxpYyI6ZmFsc2UsIklzVW5kZXJsaW5lZCI6ZmFsc2UsIlBhcmVudFN0eWxlIjpudWxsfSwiQXV0b1NpemUiOjAsIkZvcmVncm91bmQiOnsiJGlkIjoiNjQ2IiwiQ29sb3IiOnsiJHJlZiI6Ijg2In19LCJNYXhXaWR0aCI6MjAwLjAsIk1heEhlaWdodCI6IkluZmluaXR5IiwiU21hcnRGb3JlZ3JvdW5kSXNBY3RpdmUiOmZhbHNlLCJIb3Jpem9udGFsQWxpZ25tZW50IjowLCJWZXJ0aWNhbEFsaWdubWVudCI6MCwiU21hcnRGb3JlZ3JvdW5kIjpudWxsLCJCYWNrZ3JvdW5kRmlsbFR5cGUiOjAsIk1hcmdpbiI6eyIkaWQiOiI2NDciLCJUb3AiOjAsIkxlZnQiOjAsIlJpZ2h0IjowLCJCb3R0b20iOjB9LCJQYWRkaW5nIjp7IiRpZCI6IjY0OCIsIlRvcCI6MCwiTGVmdCI6MCwiUmlnaHQiOjAsIkJvdHRvbSI6MH0sIkJhY2tncm91bmQiOnsiJHJlZiI6Ijg5In0sIklzVmlzaWJsZSI6dHJ1ZSwiV2lkdGgiOjAuMCwiSGVpZ2h0IjowLjAsIkJvcmRlclN0eWxlIjp7IiRpZCI6IjY0OSIsIkxpbmVDb2xvciI6bnVsbCwiTGluZVdlaWdodCI6MC4wLCJMaW5lVHlwZSI6MCwiUGFyZW50U3R5bGUiOm51bGx9LCJQYXJlbnRTdHlsZSI6bnVsbH0sIkR1cmF0aW9uU3R5bGUiOnsiJGlkIjoiNjUwIiwiRm9udFNldHRpbmdzIjp7IiRpZCI6IjY1MSIsIkZvbnRTaXplIjoxMCwiRm9udE5hbWUiOiJDYWxpYnJpIiwiSXNCb2xkIjpmYWxzZSwiSXNJdGFsaWMiOmZhbHNlLCJJc1VuZGVybGluZWQiOmZhbHNlLCJQYXJlbnRTdHlsZSI6bnVsbH0sIkF1dG9TaXplIjowLCJGb3JlZ3JvdW5kIjp7IiRpZCI6IjY1MiIsIkNvbG9yIjp7IiRyZWYiOiI5MyJ9fSwiTWF4V2lkdGgiOjIwMC4wLCJNYXhIZWlnaHQiOiJJbmZpbml0eSIsIlNtYXJ0Rm9yZWdyb3VuZElzQWN0aXZlIjpmYWxzZSwiSG9yaXpvbnRhbEFsaWdubWVudCI6MCwiVmVydGljYWxBbGlnbm1lbnQiOjAsIlNtYXJ0Rm9yZWdyb3VuZCI6bnVsbCwiQmFja2dyb3VuZEZpbGxUeXBlIjowLCJNYXJnaW4iOnsiJGlkIjoiNjUzIiwiVG9wIjowLCJMZWZ0IjowLCJSaWdodCI6MCwiQm90dG9tIjowfSwiUGFkZGluZyI6eyIkaWQiOiI2NTQiLCJUb3AiOjAsIkxlZnQiOjAsIlJpZ2h0IjowLCJCb3R0b20iOjB9LCJCYWNrZ3JvdW5kIjp7IiRyZWYiOiI5NiJ9LCJJc1Zpc2libGUiOnRydWUsIldpZHRoIjowLjAsIkhlaWdodCI6MC4wLCJCb3JkZXJTdHlsZSI6eyIkaWQiOiI2NTUiLCJMaW5lQ29sb3IiOm51bGwsIkxpbmVXZWlnaHQiOjAuMCwiTGluZVR5cGUiOjAsIlBhcmVudFN0eWxlIjpudWxsfSwiUGFyZW50U3R5bGUiOm51bGx9LCJIb3Jpem9udGFsQ29ubmVjdG9yU3R5bGUiOnsiJGlkIjoiNjU2IiwiTGluZUNvbG9yIjp7IiRyZWYiOiI5OCJ9LCJMaW5lV2VpZ2h0IjoxLjAsIkxpbmVUeXBlIjowLCJQYXJlbnRTdHlsZSI6bnVsbH0sIlZlcnRpY2FsQ29ubmVjdG9yU3R5bGUiOnsiJGlkIjoiNjU3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Y1OCIsIk1hcmdpbiI6eyIkaWQiOiI2NTkiLCJUb3AiOjAsIkxlZnQiOjQsIlJpZ2h0Ijo0LCJCb3R0b20iOjB9LCJQYWRkaW5nIjp7IiRpZCI6IjY2MCIsIlRvcCI6MCwiTGVmdCI6MCwiUmlnaHQiOjAsIkJvdHRvbSI6MH0sIkJhY2tncm91bmQiOnsiJGlkIjoiNjYxIiwiQ29sb3IiOnsiJHJlZiI6IjEwNyJ9fSwiSXNWaXNpYmxlIjp0cnVlLCJXaWR0aCI6MC4wLCJIZWlnaHQiOjEwLjAsIkJvcmRlclN0eWxlIjp7IiRpZCI6IjY2MiIsIkxpbmVDb2xvciI6eyIkcmVmIjoiMTA5In0sIkxpbmVXZWlnaHQiOjAuMCwiTGluZVR5cGUiOjAsIlBhcmVudFN0eWxlIjpudWxsfSwiUGFyZW50U3R5bGUiOm51bGx9LCJUaXRsZVN0eWxlIjp7IiRpZCI6IjY2MyIsIkZvbnRTZXR0aW5ncyI6eyIkaWQiOiI2NjQiLCJGb250U2l6ZSI6MTEsIkZvbnROYW1lIjoiQ2FsaWJyaSIsIklzQm9sZCI6dHJ1ZSwiSXNJdGFsaWMiOmZhbHNlLCJJc1VuZGVybGluZWQiOmZhbHNlLCJQYXJlbnRTdHlsZSI6bnVsbH0sIkF1dG9TaXplIjowLCJGb3JlZ3JvdW5kIjp7IiRpZCI6IjY2NSIsIkNvbG9yIjp7IiRyZWYiOiIxMTQifX0sIk1heFdpZHRoIjo5NjAuMCwiTWF4SGVpZ2h0IjoiSW5maW5pdHkiLCJTbWFydEZvcmVncm91bmRJc0FjdGl2ZSI6ZmFsc2UsIkhvcml6b250YWxBbGlnbm1lbnQiOjAsIlZlcnRpY2FsQWxpZ25tZW50IjowLCJTbWFydEZvcmVncm91bmQiOm51bGwsIkJhY2tncm91bmRGaWxsVHlwZSI6MCwiTWFyZ2luIjp7IiRpZCI6IjY2NiIsIlRvcCI6MCwiTGVmdCI6MCwiUmlnaHQiOjAsIkJvdHRvbSI6MH0sIlBhZGRpbmciOnsiJGlkIjoiNjY3IiwiVG9wIjowLCJMZWZ0IjowLCJSaWdodCI6MCwiQm90dG9tIjowfSwiQmFja2dyb3VuZCI6eyIkcmVmIjoiMTE3In0sIklzVmlzaWJsZSI6dHJ1ZSwiV2lkdGgiOjAuMCwiSGVpZ2h0IjowLjAsIkJvcmRlclN0eWxlIjp7IiRpZCI6IjY2OCIsIkxpbmVDb2xvciI6bnVsbCwiTGluZVdlaWdodCI6MC4wLCJMaW5lVHlwZSI6MCwiUGFyZW50U3R5bGUiOm51bGx9LCJQYXJlbnRTdHlsZSI6bnVsbH0sIkRhdGVTdHlsZSI6eyIkaWQiOiI2NjkiLCJGb250U2V0dGluZ3MiOnsiJGlkIjoiNjcwIiwiRm9udFNpemUiOjEwLCJGb250TmFtZSI6IkNhbGlicmkiLCJJc0JvbGQiOmZhbHNlLCJJc0l0YWxpYyI6ZmFsc2UsIklzVW5kZXJsaW5lZCI6ZmFsc2UsIlBhcmVudFN0eWxlIjpudWxsfSwiQXV0b1NpemUiOjAsIkZvcmVncm91bmQiOnsiJGlkIjoiNjcxIiwiQ29sb3IiOnsiJHJlZiI6IjEyMSJ9fSwiTWF4V2lkdGgiOjIwMC4wLCJNYXhIZWlnaHQiOiJJbmZpbml0eSIsIlNtYXJ0Rm9yZWdyb3VuZElzQWN0aXZlIjpmYWxzZSwiSG9yaXpvbnRhbEFsaWdubWVudCI6MCwiVmVydGljYWxBbGlnbm1lbnQiOjAsIlNtYXJ0Rm9yZWdyb3VuZCI6bnVsbCwiQmFja2dyb3VuZEZpbGxUeXBlIjowLCJNYXJnaW4iOnsiJGlkIjoiNjcyIiwiVG9wIjowLCJMZWZ0IjowLCJSaWdodCI6MCwiQm90dG9tIjowfSwiUGFkZGluZyI6eyIkaWQiOiI2NzMiLCJUb3AiOjAsIkxlZnQiOjAsIlJpZ2h0IjowLCJCb3R0b20iOjB9LCJCYWNrZ3JvdW5kIjp7IiRyZWYiOiIxMjQifSwiSXNWaXNpYmxlIjp0cnVlLCJXaWR0aCI6MC4wLCJIZWlnaHQiOjAuMCwiQm9yZGVyU3R5bGUiOnsiJGlkIjoiNjc0IiwiTGluZUNvbG9yIjpudWxsLCJMaW5lV2VpZ2h0IjowLjAsIkxpbmVUeXBlIjowLCJQYXJlbnRTdHlsZSI6bnVsbH0sIlBhcmVudFN0eWxlIjpudWxsfSwiRGF0ZUZvcm1hdCI6eyIkaWQiOiI2NzU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TUsIlNtYXJ0RHVyYXRpb25BY3RpdmF0ZWQiOmZhbHNlLCJEYXRlRm9ybWF0Ijp7IiRyZWYiOiI2NzUifSwiSWQiOiI3ZmZjOTJiNi02YTM0LTQwY2EtOWU2MS0xYThjMDJhZTViZDgiLCJJbXBvcnRJZCI6IjEiLCJUaXRsZSI6IlNjcmlwdCBETlMgVXBkYXRlcyIsIk5vdGUiOm51bGwsIkh5cGVybGluayI6bnVsbCwiSXNDaGFuZ2VkIjpmYWxzZSwiSXNOZXciOmZhbHNlfSx7IiRpZCI6IjY3NiIsIkdyb3VwTmFtZSI6bnVsbCwiU3RhcnREYXRlIjoiMjAxOS0xMS0yN1QwMDowMDowMCIsIkVuZERhdGUiOiIyMDE5LTExLTI3VDIzOjU5OjAwIiwiUGVyY2VudGFnZUNvbXBsZXRlIjpudWxsLCJTdHlsZSI6eyIkaWQiOiI2NzciLCJTaGFwZSI6MCwiU2hhcGVUaGlja25lc3MiOjAsIkR1cmF0aW9uRm9ybWF0IjowLCJJbmNsdWRlTm9uV29ya2luZ0RheXNJbkR1cmF0aW9uIjpmYWxzZSwiUGVyY2VudGFnZUNvbXBsZXRlU3R5bGUiOnsiJGlkIjoiNjc4IiwiRm9udFNldHRpbmdzIjp7IiRpZCI6IjY3OSIsIkZvbnRTaXplIjoxMCwiRm9udE5hbWUiOiJDYWxpYnJpIiwiSXNCb2xkIjpmYWxzZSwiSXNJdGFsaWMiOmZhbHNlLCJJc1VuZGVybGluZWQiOmZhbHNlLCJQYXJlbnRTdHlsZSI6bnVsbH0sIkF1dG9TaXplIjowLCJGb3JlZ3JvdW5kIjp7IiRpZCI6IjY4MCIsIkNvbG9yIjp7IiRyZWYiOiI4NiJ9fSwiTWF4V2lkdGgiOjIwMC4wLCJNYXhIZWlnaHQiOiJJbmZpbml0eSIsIlNtYXJ0Rm9yZWdyb3VuZElzQWN0aXZlIjpmYWxzZSwiSG9yaXpvbnRhbEFsaWdubWVudCI6MCwiVmVydGljYWxBbGlnbm1lbnQiOjAsIlNtYXJ0Rm9yZWdyb3VuZCI6bnVsbCwiQmFja2dyb3VuZEZpbGxUeXBlIjowLCJNYXJnaW4iOnsiJGlkIjoiNjgxIiwiVG9wIjowLCJMZWZ0IjowLCJSaWdodCI6MCwiQm90dG9tIjowfSwiUGFkZGluZyI6eyIkaWQiOiI2ODIiLCJUb3AiOjAsIkxlZnQiOjAsIlJpZ2h0IjowLCJCb3R0b20iOjB9LCJCYWNrZ3JvdW5kIjp7IiRyZWYiOiI4OSJ9LCJJc1Zpc2libGUiOnRydWUsIldpZHRoIjowLjAsIkhlaWdodCI6MC4wLCJCb3JkZXJTdHlsZSI6eyIkaWQiOiI2ODMiLCJMaW5lQ29sb3IiOm51bGwsIkxpbmVXZWlnaHQiOjAuMCwiTGluZVR5cGUiOjAsIlBhcmVudFN0eWxlIjpudWxsfSwiUGFyZW50U3R5bGUiOm51bGx9LCJEdXJhdGlvblN0eWxlIjp7IiRpZCI6IjY4NCIsIkZvbnRTZXR0aW5ncyI6eyIkaWQiOiI2ODUiLCJGb250U2l6ZSI6MTAsIkZvbnROYW1lIjoiQ2FsaWJyaSIsIklzQm9sZCI6ZmFsc2UsIklzSXRhbGljIjpmYWxzZSwiSXNVbmRlcmxpbmVkIjpmYWxzZSwiUGFyZW50U3R5bGUiOm51bGx9LCJBdXRvU2l6ZSI6MCwiRm9yZWdyb3VuZCI6eyIkaWQiOiI2ODYiLCJDb2xvciI6eyIkcmVmIjoiOTMifX0sIk1heFdpZHRoIjoyMDAuMCwiTWF4SGVpZ2h0IjoiSW5maW5pdHkiLCJTbWFydEZvcmVncm91bmRJc0FjdGl2ZSI6ZmFsc2UsIkhvcml6b250YWxBbGlnbm1lbnQiOjAsIlZlcnRpY2FsQWxpZ25tZW50IjowLCJTbWFydEZvcmVncm91bmQiOm51bGwsIkJhY2tncm91bmRGaWxsVHlwZSI6MCwiTWFyZ2luIjp7IiRpZCI6IjY4NyIsIlRvcCI6MCwiTGVmdCI6MCwiUmlnaHQiOjAsIkJvdHRvbSI6MH0sIlBhZGRpbmciOnsiJGlkIjoiNjg4IiwiVG9wIjowLCJMZWZ0IjowLCJSaWdodCI6MCwiQm90dG9tIjowfSwiQmFja2dyb3VuZCI6eyIkcmVmIjoiOTYifSwiSXNWaXNpYmxlIjp0cnVlLCJXaWR0aCI6MC4wLCJIZWlnaHQiOjAuMCwiQm9yZGVyU3R5bGUiOnsiJGlkIjoiNjg5IiwiTGluZUNvbG9yIjpudWxsLCJMaW5lV2VpZ2h0IjowLjAsIkxpbmVUeXBlIjowLCJQYXJlbnRTdHlsZSI6bnVsbH0sIlBhcmVudFN0eWxlIjpudWxsfSwiSG9yaXpvbnRhbENvbm5lY3RvclN0eWxlIjp7IiRpZCI6IjY5MCIsIkxpbmVDb2xvciI6eyIkcmVmIjoiOTgifSwiTGluZVdlaWdodCI6MS4wLCJMaW5lVHlwZSI6MCwiUGFyZW50U3R5bGUiOm51bGx9LCJWZXJ0aWNhbENvbm5lY3RvclN0eWxlIjp7IiRpZCI6IjY5MSIsIkxpbmVDb2xvciI6eyIkcmVmIjoiMTAxIn0sIkxpbmVXZWlnaHQiOjAuMCwiTGluZVR5cGUiOjAsIlBhcmVudFN0eWxlIjpudWxsfSwiTWFyZ2luIjpudWxsLCJTdGFydERhdGVQb3NpdGlvbiI6NCwiRW5kRGF0ZVBvc2l0aW9uIjo0LCJEYXRlSXNWaXNpYmxlIjp0cnVlLCJUaXRsZVBvc2l0aW9uIjo1LCJEdXJhdGlvblBvc2l0aW9uIjoyLCJQZXJjZW50YWdlQ29tcGxldGVkUG9zaXRpb24iOjYsIlNwYWNpbmciOjMsIklzQmVsb3dUaW1lYmFuZCI6dHJ1ZSwiUGVyY2VudGFnZUNvbXBsZXRlU2hhcGVPcGFjaXR5IjozNSwiU2hhcGVTdHlsZSI6eyIkaWQiOiI2OTIiLCJNYXJnaW4iOnsiJGlkIjoiNjkzIiwiVG9wIjowLCJMZWZ0Ijo0LCJSaWdodCI6NCwiQm90dG9tIjowfSwiUGFkZGluZyI6eyIkaWQiOiI2OTQiLCJUb3AiOjAsIkxlZnQiOjAsIlJpZ2h0IjowLCJCb3R0b20iOjB9LCJCYWNrZ3JvdW5kIjp7IiRpZCI6IjY5NSIsIkNvbG9yIjp7IiRyZWYiOiIxMDcifX0sIklzVmlzaWJsZSI6dHJ1ZSwiV2lkdGgiOjAuMCwiSGVpZ2h0IjoxMC4wLCJCb3JkZXJTdHlsZSI6eyIkaWQiOiI2OTYiLCJMaW5lQ29sb3IiOnsiJHJlZiI6IjEwOSJ9LCJMaW5lV2VpZ2h0IjowLjAsIkxpbmVUeXBlIjowLCJQYXJlbnRTdHlsZSI6bnVsbH0sIlBhcmVudFN0eWxlIjpudWxsfSwiVGl0bGVTdHlsZSI6eyIkaWQiOiI2OTciLCJGb250U2V0dGluZ3MiOnsiJGlkIjoiNjk4IiwiRm9udFNpemUiOjExLCJGb250TmFtZSI6IkNhbGlicmkiLCJJc0JvbGQiOnRydWUsIklzSXRhbGljIjpmYWxzZSwiSXNVbmRlcmxpbmVkIjpmYWxzZSwiUGFyZW50U3R5bGUiOm51bGx9LCJBdXRvU2l6ZSI6MCwiRm9yZWdyb3VuZCI6eyIkaWQiOiI2OTkiLCJDb2xvciI6eyIkcmVmIjoiMTE0In19LCJNYXhXaWR0aCI6OTYwLjAsIk1heEhlaWdodCI6IkluZmluaXR5IiwiU21hcnRGb3JlZ3JvdW5kSXNBY3RpdmUiOmZhbHNlLCJIb3Jpem9udGFsQWxpZ25tZW50IjowLCJWZXJ0aWNhbEFsaWdubWVudCI6MCwiU21hcnRGb3JlZ3JvdW5kIjpudWxsLCJCYWNrZ3JvdW5kRmlsbFR5cGUiOjAsIk1hcmdpbiI6eyIkaWQiOiI3MDAiLCJUb3AiOjAsIkxlZnQiOjAsIlJpZ2h0IjowLCJCb3R0b20iOjB9LCJQYWRkaW5nIjp7IiRpZCI6IjcwMSIsIlRvcCI6MCwiTGVmdCI6MCwiUmlnaHQiOjAsIkJvdHRvbSI6MH0sIkJhY2tncm91bmQiOnsiJHJlZiI6IjExNyJ9LCJJc1Zpc2libGUiOnRydWUsIldpZHRoIjowLjAsIkhlaWdodCI6MC4wLCJCb3JkZXJTdHlsZSI6eyIkaWQiOiI3MDIiLCJMaW5lQ29sb3IiOm51bGwsIkxpbmVXZWlnaHQiOjAuMCwiTGluZVR5cGUiOjAsIlBhcmVudFN0eWxlIjpudWxsfSwiUGFyZW50U3R5bGUiOm51bGx9LCJEYXRlU3R5bGUiOnsiJGlkIjoiNzAzIiwiRm9udFNldHRpbmdzIjp7IiRpZCI6IjcwNCIsIkZvbnRTaXplIjoxMCwiRm9udE5hbWUiOiJDYWxpYnJpIiwiSXNCb2xkIjpmYWxzZSwiSXNJdGFsaWMiOmZhbHNlLCJJc1VuZGVybGluZWQiOmZhbHNlLCJQYXJlbnRTdHlsZSI6bnVsbH0sIkF1dG9TaXplIjowLCJGb3JlZ3JvdW5kIjp7IiRpZCI6IjcwNSIsIkNvbG9yIjp7IiRyZWYiOiIxMjEifX0sIk1heFdpZHRoIjoyMDAuMCwiTWF4SGVpZ2h0IjoiSW5maW5pdHkiLCJTbWFydEZvcmVncm91bmRJc0FjdGl2ZSI6ZmFsc2UsIkhvcml6b250YWxBbGlnbm1lbnQiOjAsIlZlcnRpY2FsQWxpZ25tZW50IjowLCJTbWFydEZvcmVncm91bmQiOm51bGwsIkJhY2tncm91bmRGaWxsVHlwZSI6MCwiTWFyZ2luIjp7IiRpZCI6IjcwNiIsIlRvcCI6MCwiTGVmdCI6MCwiUmlnaHQiOjAsIkJvdHRvbSI6MH0sIlBhZGRpbmciOnsiJGlkIjoiNzA3IiwiVG9wIjowLCJMZWZ0IjowLCJSaWdodCI6MCwiQm90dG9tIjowfSwiQmFja2dyb3VuZCI6eyIkcmVmIjoiMTI0In0sIklzVmlzaWJsZSI6dHJ1ZSwiV2lkdGgiOjAuMCwiSGVpZ2h0IjowLjAsIkJvcmRlclN0eWxlIjp7IiRpZCI6IjcwOCIsIkxpbmVDb2xvciI6bnVsbCwiTGluZVdlaWdodCI6MC4wLCJMaW5lVHlwZSI6MCwiUGFyZW50U3R5bGUiOm51bGx9LCJQYXJlbnRTdHlsZSI6bnVsbH0sIkRhdGVGb3JtYXQiOnsiJGlkIjoiNzA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fSwiSW5kZXgiOjE2LCJTbWFydER1cmF0aW9uQWN0aXZhdGVkIjpmYWxzZSwiRGF0ZUZvcm1hdCI6eyIkcmVmIjoiNzA5In0sIklkIjoiM2VkMTljMDUtYWQwYS00MmQ3LWE5NTktYTkxNTg0NmFmNDBmIiwiSW1wb3J0SWQiOiIxIiwiVGl0bGUiOiJQcm92aXNpb24gQ1JNIiwiTm90ZSI6bnVsbCwiSHlwZXJsaW5rIjpudWxsLCJJc0NoYW5nZWQiOmZhbHNlLCJJc05ldyI6ZmFsc2V9LHsiJGlkIjoiNzEwIiwiR3JvdXBOYW1lIjpudWxsLCJTdGFydERhdGUiOiIyMDE5LTExLTI4VDAwOjAwOjAwIiwiRW5kRGF0ZSI6IjIwMTktMTEtMjhUMjM6NTk6MDAiLCJQZXJjZW50YWdlQ29tcGxldGUiOm51bGwsIlN0eWxlIjp7IiRpZCI6IjcxMSIsIlNoYXBlIjowLCJTaGFwZVRoaWNrbmVzcyI6MCwiRHVyYXRpb25Gb3JtYXQiOjAsIkluY2x1ZGVOb25Xb3JraW5nRGF5c0luRHVyYXRpb24iOmZhbHNlLCJQZXJjZW50YWdlQ29tcGxldGVTdHlsZSI6eyIkaWQiOiI3MTIiLCJGb250U2V0dGluZ3MiOnsiJGlkIjoiNzEzIiwiRm9udFNpemUiOjEwLCJGb250TmFtZSI6IkNhbGlicmkiLCJJc0JvbGQiOmZhbHNlLCJJc0l0YWxpYyI6ZmFsc2UsIklzVW5kZXJsaW5lZCI6ZmFsc2UsIlBhcmVudFN0eWxlIjpudWxsfSwiQXV0b1NpemUiOjAsIkZvcmVncm91bmQiOnsiJGlkIjoiNzE0IiwiQ29sb3IiOnsiJHJlZiI6Ijg2In19LCJNYXhXaWR0aCI6MjAwLjAsIk1heEhlaWdodCI6IkluZmluaXR5IiwiU21hcnRGb3JlZ3JvdW5kSXNBY3RpdmUiOmZhbHNlLCJIb3Jpem9udGFsQWxpZ25tZW50IjowLCJWZXJ0aWNhbEFsaWdubWVudCI6MCwiU21hcnRGb3JlZ3JvdW5kIjpudWxsLCJCYWNrZ3JvdW5kRmlsbFR5cGUiOjAsIk1hcmdpbiI6eyIkaWQiOiI3MTUiLCJUb3AiOjAsIkxlZnQiOjAsIlJpZ2h0IjowLCJCb3R0b20iOjB9LCJQYWRkaW5nIjp7IiRpZCI6IjcxNiIsIlRvcCI6MCwiTGVmdCI6MCwiUmlnaHQiOjAsIkJvdHRvbSI6MH0sIkJhY2tncm91bmQiOnsiJHJlZiI6Ijg5In0sIklzVmlzaWJsZSI6dHJ1ZSwiV2lkdGgiOjAuMCwiSGVpZ2h0IjowLjAsIkJvcmRlclN0eWxlIjp7IiRpZCI6IjcxNyIsIkxpbmVDb2xvciI6bnVsbCwiTGluZVdlaWdodCI6MC4wLCJMaW5lVHlwZSI6MCwiUGFyZW50U3R5bGUiOm51bGx9LCJQYXJlbnRTdHlsZSI6bnVsbH0sIkR1cmF0aW9uU3R5bGUiOnsiJGlkIjoiNzE4IiwiRm9udFNldHRpbmdzIjp7IiRpZCI6IjcxOSIsIkZvbnRTaXplIjoxMCwiRm9udE5hbWUiOiJDYWxpYnJpIiwiSXNCb2xkIjpmYWxzZSwiSXNJdGFsaWMiOmZhbHNlLCJJc1VuZGVybGluZWQiOmZhbHNlLCJQYXJlbnRTdHlsZSI6bnVsbH0sIkF1dG9TaXplIjowLCJGb3JlZ3JvdW5kIjp7IiRpZCI6IjcyMCIsIkNvbG9yIjp7IiRyZWYiOiI5MyJ9fSwiTWF4V2lkdGgiOjIwMC4wLCJNYXhIZWlnaHQiOiJJbmZpbml0eSIsIlNtYXJ0Rm9yZWdyb3VuZElzQWN0aXZlIjpmYWxzZSwiSG9yaXpvbnRhbEFsaWdubWVudCI6MCwiVmVydGljYWxBbGlnbm1lbnQiOjAsIlNtYXJ0Rm9yZWdyb3VuZCI6bnVsbCwiQmFja2dyb3VuZEZpbGxUeXBlIjowLCJNYXJnaW4iOnsiJGlkIjoiNzIxIiwiVG9wIjowLCJMZWZ0IjowLCJSaWdodCI6MCwiQm90dG9tIjowfSwiUGFkZGluZyI6eyIkaWQiOiI3MjIiLCJUb3AiOjAsIkxlZnQiOjAsIlJpZ2h0IjowLCJCb3R0b20iOjB9LCJCYWNrZ3JvdW5kIjp7IiRyZWYiOiI5NiJ9LCJJc1Zpc2libGUiOnRydWUsIldpZHRoIjowLjAsIkhlaWdodCI6MC4wLCJCb3JkZXJTdHlsZSI6eyIkaWQiOiI3MjMiLCJMaW5lQ29sb3IiOm51bGwsIkxpbmVXZWlnaHQiOjAuMCwiTGluZVR5cGUiOjAsIlBhcmVudFN0eWxlIjpudWxsfSwiUGFyZW50U3R5bGUiOm51bGx9LCJIb3Jpem9udGFsQ29ubmVjdG9yU3R5bGUiOnsiJGlkIjoiNzI0IiwiTGluZUNvbG9yIjp7IiRyZWYiOiI5OCJ9LCJMaW5lV2VpZ2h0IjoxLjAsIkxpbmVUeXBlIjowLCJQYXJlbnRTdHlsZSI6bnVsbH0sIlZlcnRpY2FsQ29ubmVjdG9yU3R5bGUiOnsiJGlkIjoiNzI1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cyNiIsIk1hcmdpbiI6eyIkaWQiOiI3MjciLCJUb3AiOjAsIkxlZnQiOjQsIlJpZ2h0Ijo0LCJCb3R0b20iOjB9LCJQYWRkaW5nIjp7IiRpZCI6IjcyOCIsIlRvcCI6MCwiTGVmdCI6MCwiUmlnaHQiOjAsIkJvdHRvbSI6MH0sIkJhY2tncm91bmQiOnsiJGlkIjoiNzI5IiwiQ29sb3IiOnsiJHJlZiI6IjEwNyJ9fSwiSXNWaXNpYmxlIjp0cnVlLCJXaWR0aCI6MC4wLCJIZWlnaHQiOjEwLjAsIkJvcmRlclN0eWxlIjp7IiRpZCI6IjczMCIsIkxpbmVDb2xvciI6eyIkcmVmIjoiMTA5In0sIkxpbmVXZWlnaHQiOjAuMCwiTGluZVR5cGUiOjAsIlBhcmVudFN0eWxlIjpudWxsfSwiUGFyZW50U3R5bGUiOm51bGx9LCJUaXRsZVN0eWxlIjp7IiRpZCI6IjczMSIsIkZvbnRTZXR0aW5ncyI6eyIkaWQiOiI3MzIiLCJGb250U2l6ZSI6MTEsIkZvbnROYW1lIjoiQ2FsaWJyaSIsIklzQm9sZCI6dHJ1ZSwiSXNJdGFsaWMiOmZhbHNlLCJJc1VuZGVybGluZWQiOmZhbHNlLCJQYXJlbnRTdHlsZSI6bnVsbH0sIkF1dG9TaXplIjowLCJGb3JlZ3JvdW5kIjp7IiRpZCI6IjczMyIsIkNvbG9yIjp7IiRyZWYiOiIxMTQifX0sIk1heFdpZHRoIjo5NjAuMCwiTWF4SGVpZ2h0IjoiSW5maW5pdHkiLCJTbWFydEZvcmVncm91bmRJc0FjdGl2ZSI6ZmFsc2UsIkhvcml6b250YWxBbGlnbm1lbnQiOjAsIlZlcnRpY2FsQWxpZ25tZW50IjowLCJTbWFydEZvcmVncm91bmQiOm51bGwsIkJhY2tncm91bmRGaWxsVHlwZSI6MCwiTWFyZ2luIjp7IiRpZCI6IjczNCIsIlRvcCI6MCwiTGVmdCI6MCwiUmlnaHQiOjAsIkJvdHRvbSI6MH0sIlBhZGRpbmciOnsiJGlkIjoiNzM1IiwiVG9wIjowLCJMZWZ0IjowLCJSaWdodCI6MCwiQm90dG9tIjowfSwiQmFja2dyb3VuZCI6eyIkcmVmIjoiMTE3In0sIklzVmlzaWJsZSI6dHJ1ZSwiV2lkdGgiOjAuMCwiSGVpZ2h0IjowLjAsIkJvcmRlclN0eWxlIjp7IiRpZCI6IjczNiIsIkxpbmVDb2xvciI6bnVsbCwiTGluZVdlaWdodCI6MC4wLCJMaW5lVHlwZSI6MCwiUGFyZW50U3R5bGUiOm51bGx9LCJQYXJlbnRTdHlsZSI6bnVsbH0sIkRhdGVTdHlsZSI6eyIkaWQiOiI3MzciLCJGb250U2V0dGluZ3MiOnsiJGlkIjoiNzM4IiwiRm9udFNpemUiOjEwLCJGb250TmFtZSI6IkNhbGlicmkiLCJJc0JvbGQiOmZhbHNlLCJJc0l0YWxpYyI6ZmFsc2UsIklzVW5kZXJsaW5lZCI6ZmFsc2UsIlBhcmVudFN0eWxlIjpudWxsfSwiQXV0b1NpemUiOjAsIkZvcmVncm91bmQiOnsiJGlkIjoiNzM5IiwiQ29sb3IiOnsiJHJlZiI6IjEyMSJ9fSwiTWF4V2lkdGgiOjIwMC4wLCJNYXhIZWlnaHQiOiJJbmZpbml0eSIsIlNtYXJ0Rm9yZWdyb3VuZElzQWN0aXZlIjpmYWxzZSwiSG9yaXpvbnRhbEFsaWdubWVudCI6MCwiVmVydGljYWxBbGlnbm1lbnQiOjAsIlNtYXJ0Rm9yZWdyb3VuZCI6bnVsbCwiQmFja2dyb3VuZEZpbGxUeXBlIjowLCJNYXJnaW4iOnsiJGlkIjoiNzQwIiwiVG9wIjowLCJMZWZ0IjowLCJSaWdodCI6MCwiQm90dG9tIjowfSwiUGFkZGluZyI6eyIkaWQiOiI3NDEiLCJUb3AiOjAsIkxlZnQiOjAsIlJpZ2h0IjowLCJCb3R0b20iOjB9LCJCYWNrZ3JvdW5kIjp7IiRyZWYiOiIxMjQifSwiSXNWaXNpYmxlIjp0cnVlLCJXaWR0aCI6MC4wLCJIZWlnaHQiOjAuMCwiQm9yZGVyU3R5bGUiOnsiJGlkIjoiNzQyIiwiTGluZUNvbG9yIjpudWxsLCJMaW5lV2VpZ2h0IjowLjAsIkxpbmVUeXBlIjowLCJQYXJlbnRTdHlsZSI6bnVsbH0sIlBhcmVudFN0eWxlIjpudWxsfSwiRGF0ZUZvcm1hdCI6eyIkaWQiOiI3N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TcsIlNtYXJ0RHVyYXRpb25BY3RpdmF0ZWQiOmZhbHNlLCJEYXRlRm9ybWF0Ijp7IiRyZWYiOiI3NDMifSwiSWQiOiIzMzc3OWIwYi1mOWRhLTRmMWItOGViMS1hNDY0ZDEzMWZmN2UiLCJJbXBvcnRJZCI6IjEiLCJUaXRsZSI6IlByb3Zpc2lvbiBHcmVhdCBQbGFpbnMiLCJOb3RlIjpudWxsLCJIeXBlcmxpbmsiOm51bGwsIklzQ2hhbmdlZCI6ZmFsc2UsIklzTmV3IjpmYWxzZX0seyIkaWQiOiI3NDQiLCJHcm91cE5hbWUiOm51bGwsIlN0YXJ0RGF0ZSI6IjIwMTktMTItMDZUMDA6MDA6MDAiLCJFbmREYXRlIjoiMjAxOS0xMi0wNlQyMzo1OTowMCIsIlBlcmNlbnRhZ2VDb21wbGV0ZSI6bnVsbCwiU3R5bGUiOnsiJGlkIjoiNzQ1IiwiU2hhcGUiOjAsIlNoYXBlVGhpY2tuZXNzIjowLCJEdXJhdGlvbkZvcm1hdCI6MCwiSW5jbHVkZU5vbldvcmtpbmdEYXlzSW5EdXJhdGlvbiI6ZmFsc2UsIlBlcmNlbnRhZ2VDb21wbGV0ZVN0eWxlIjp7IiRpZCI6Ijc0NiIsIkZvbnRTZXR0aW5ncyI6eyIkaWQiOiI3NDciLCJGb250U2l6ZSI6MTAsIkZvbnROYW1lIjoiQ2FsaWJyaSIsIklzQm9sZCI6ZmFsc2UsIklzSXRhbGljIjpmYWxzZSwiSXNVbmRlcmxpbmVkIjpmYWxzZSwiUGFyZW50U3R5bGUiOm51bGx9LCJBdXRvU2l6ZSI6MCwiRm9yZWdyb3VuZCI6eyIkaWQiOiI3NDgiLCJDb2xvciI6eyIkcmVmIjoiODYifX0sIk1heFdpZHRoIjoyMDAuMCwiTWF4SGVpZ2h0IjoiSW5maW5pdHkiLCJTbWFydEZvcmVncm91bmRJc0FjdGl2ZSI6ZmFsc2UsIkhvcml6b250YWxBbGlnbm1lbnQiOjAsIlZlcnRpY2FsQWxpZ25tZW50IjowLCJTbWFydEZvcmVncm91bmQiOm51bGwsIkJhY2tncm91bmRGaWxsVHlwZSI6MCwiTWFyZ2luIjp7IiRpZCI6Ijc0OSIsIlRvcCI6MCwiTGVmdCI6MCwiUmlnaHQiOjAsIkJvdHRvbSI6MH0sIlBhZGRpbmciOnsiJGlkIjoiNzUwIiwiVG9wIjowLCJMZWZ0IjowLCJSaWdodCI6MCwiQm90dG9tIjowfSwiQmFja2dyb3VuZCI6eyIkcmVmIjoiODkifSwiSXNWaXNpYmxlIjp0cnVlLCJXaWR0aCI6MC4wLCJIZWlnaHQiOjAuMCwiQm9yZGVyU3R5bGUiOnsiJGlkIjoiNzUxIiwiTGluZUNvbG9yIjpudWxsLCJMaW5lV2VpZ2h0IjowLjAsIkxpbmVUeXBlIjowLCJQYXJlbnRTdHlsZSI6bnVsbH0sIlBhcmVudFN0eWxlIjpudWxsfSwiRHVyYXRpb25TdHlsZSI6eyIkaWQiOiI3NTIiLCJGb250U2V0dGluZ3MiOnsiJGlkIjoiNzUzIiwiRm9udFNpemUiOjEwLCJGb250TmFtZSI6IkNhbGlicmkiLCJJc0JvbGQiOmZhbHNlLCJJc0l0YWxpYyI6ZmFsc2UsIklzVW5kZXJsaW5lZCI6ZmFsc2UsIlBhcmVudFN0eWxlIjpudWxsfSwiQXV0b1NpemUiOjAsIkZvcmVncm91bmQiOnsiJGlkIjoiNzU0IiwiQ29sb3IiOnsiJHJlZiI6IjkzIn19LCJNYXhXaWR0aCI6MjAwLjAsIk1heEhlaWdodCI6IkluZmluaXR5IiwiU21hcnRGb3JlZ3JvdW5kSXNBY3RpdmUiOmZhbHNlLCJIb3Jpem9udGFsQWxpZ25tZW50IjowLCJWZXJ0aWNhbEFsaWdubWVudCI6MCwiU21hcnRGb3JlZ3JvdW5kIjpudWxsLCJCYWNrZ3JvdW5kRmlsbFR5cGUiOjAsIk1hcmdpbiI6eyIkaWQiOiI3NTUiLCJUb3AiOjAsIkxlZnQiOjAsIlJpZ2h0IjowLCJCb3R0b20iOjB9LCJQYWRkaW5nIjp7IiRpZCI6Ijc1NiIsIlRvcCI6MCwiTGVmdCI6MCwiUmlnaHQiOjAsIkJvdHRvbSI6MH0sIkJhY2tncm91bmQiOnsiJHJlZiI6Ijk2In0sIklzVmlzaWJsZSI6dHJ1ZSwiV2lkdGgiOjAuMCwiSGVpZ2h0IjowLjAsIkJvcmRlclN0eWxlIjp7IiRpZCI6Ijc1NyIsIkxpbmVDb2xvciI6bnVsbCwiTGluZVdlaWdodCI6MC4wLCJMaW5lVHlwZSI6MCwiUGFyZW50U3R5bGUiOm51bGx9LCJQYXJlbnRTdHlsZSI6bnVsbH0sIkhvcml6b250YWxDb25uZWN0b3JTdHlsZSI6eyIkaWQiOiI3NTgiLCJMaW5lQ29sb3IiOnsiJHJlZiI6Ijk4In0sIkxpbmVXZWlnaHQiOjEuMCwiTGluZVR5cGUiOjAsIlBhcmVudFN0eWxlIjpudWxsfSwiVmVydGljYWxDb25uZWN0b3JTdHlsZSI6eyIkaWQiOiI3NTk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zYwIiwiTWFyZ2luIjp7IiRpZCI6Ijc2MSIsIlRvcCI6MCwiTGVmdCI6NCwiUmlnaHQiOjQsIkJvdHRvbSI6MH0sIlBhZGRpbmciOnsiJGlkIjoiNzYyIiwiVG9wIjowLCJMZWZ0IjowLCJSaWdodCI6MCwiQm90dG9tIjowfSwiQmFja2dyb3VuZCI6eyIkaWQiOiI3NjMiLCJDb2xvciI6eyIkcmVmIjoiMTA3In19LCJJc1Zpc2libGUiOnRydWUsIldpZHRoIjowLjAsIkhlaWdodCI6MTAuMCwiQm9yZGVyU3R5bGUiOnsiJGlkIjoiNzY0IiwiTGluZUNvbG9yIjp7IiRyZWYiOiIxMDkifSwiTGluZVdlaWdodCI6MC4wLCJMaW5lVHlwZSI6MCwiUGFyZW50U3R5bGUiOm51bGx9LCJQYXJlbnRTdHlsZSI6bnVsbH0sIlRpdGxlU3R5bGUiOnsiJGlkIjoiNzY1IiwiRm9udFNldHRpbmdzIjp7IiRpZCI6Ijc2NiIsIkZvbnRTaXplIjoxMSwiRm9udE5hbWUiOiJDYWxpYnJpIiwiSXNCb2xkIjp0cnVlLCJJc0l0YWxpYyI6ZmFsc2UsIklzVW5kZXJsaW5lZCI6ZmFsc2UsIlBhcmVudFN0eWxlIjpudWxsfSwiQXV0b1NpemUiOjAsIkZvcmVncm91bmQiOnsiJGlkIjoiNzY3IiwiQ29sb3IiOnsiJHJlZiI6IjExNCJ9fSwiTWF4V2lkdGgiOjk2MC4wLCJNYXhIZWlnaHQiOiJJbmZpbml0eSIsIlNtYXJ0Rm9yZWdyb3VuZElzQWN0aXZlIjpmYWxzZSwiSG9yaXpvbnRhbEFsaWdubWVudCI6MCwiVmVydGljYWxBbGlnbm1lbnQiOjAsIlNtYXJ0Rm9yZWdyb3VuZCI6bnVsbCwiQmFja2dyb3VuZEZpbGxUeXBlIjowLCJNYXJnaW4iOnsiJGlkIjoiNzY4IiwiVG9wIjowLCJMZWZ0IjowLCJSaWdodCI6MCwiQm90dG9tIjowfSwiUGFkZGluZyI6eyIkaWQiOiI3NjkiLCJUb3AiOjAsIkxlZnQiOjAsIlJpZ2h0IjowLCJCb3R0b20iOjB9LCJCYWNrZ3JvdW5kIjp7IiRyZWYiOiIxMTcifSwiSXNWaXNpYmxlIjp0cnVlLCJXaWR0aCI6MC4wLCJIZWlnaHQiOjAuMCwiQm9yZGVyU3R5bGUiOnsiJGlkIjoiNzcwIiwiTGluZUNvbG9yIjpudWxsLCJMaW5lV2VpZ2h0IjowLjAsIkxpbmVUeXBlIjowLCJQYXJlbnRTdHlsZSI6bnVsbH0sIlBhcmVudFN0eWxlIjpudWxsfSwiRGF0ZVN0eWxlIjp7IiRpZCI6Ijc3MSIsIkZvbnRTZXR0aW5ncyI6eyIkaWQiOiI3NzIiLCJGb250U2l6ZSI6MTAsIkZvbnROYW1lIjoiQ2FsaWJyaSIsIklzQm9sZCI6ZmFsc2UsIklzSXRhbGljIjpmYWxzZSwiSXNVbmRlcmxpbmVkIjpmYWxzZSwiUGFyZW50U3R5bGUiOm51bGx9LCJBdXRvU2l6ZSI6MCwiRm9yZWdyb3VuZCI6eyIkaWQiOiI3NzMiLCJDb2xvciI6eyIkcmVmIjoiMTIxIn19LCJNYXhXaWR0aCI6MjAwLjAsIk1heEhlaWdodCI6IkluZmluaXR5IiwiU21hcnRGb3JlZ3JvdW5kSXNBY3RpdmUiOmZhbHNlLCJIb3Jpem9udGFsQWxpZ25tZW50IjowLCJWZXJ0aWNhbEFsaWdubWVudCI6MCwiU21hcnRGb3JlZ3JvdW5kIjpudWxsLCJCYWNrZ3JvdW5kRmlsbFR5cGUiOjAsIk1hcmdpbiI6eyIkaWQiOiI3NzQiLCJUb3AiOjAsIkxlZnQiOjAsIlJpZ2h0IjowLCJCb3R0b20iOjB9LCJQYWRkaW5nIjp7IiRpZCI6Ijc3NSIsIlRvcCI6MCwiTGVmdCI6MCwiUmlnaHQiOjAsIkJvdHRvbSI6MH0sIkJhY2tncm91bmQiOnsiJHJlZiI6IjEyNCJ9LCJJc1Zpc2libGUiOnRydWUsIldpZHRoIjowLjAsIkhlaWdodCI6MC4wLCJCb3JkZXJTdHlsZSI6eyIkaWQiOiI3NzYiLCJMaW5lQ29sb3IiOm51bGwsIkxpbmVXZWlnaHQiOjAuMCwiTGluZVR5cGUiOjAsIlBhcmVudFN0eWxlIjpudWxsfSwiUGFyZW50U3R5bGUiOm51bGx9LCJEYXRlRm9ybWF0Ijp7IiRpZCI6Ijc3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OCwiU21hcnREdXJhdGlvbkFjdGl2YXRlZCI6ZmFsc2UsIkRhdGVGb3JtYXQiOnsiJHJlZiI6Ijc3NyJ9LCJJZCI6IjMyN2EyZWUzLTgxMDItNDFjMC1hMTdiLTcwNTZhZTc1ZjhjZiIsIkltcG9ydElkIjoiMSIsIlRpdGxlIjoiUnVuIEROUyBVcGRhdGUiLCJOb3RlIjpudWxsLCJIeXBlcmxpbmsiOm51bGwsIklzQ2hhbmdlZCI6ZmFsc2UsIklzTmV3IjpmYWxzZX0seyIkaWQiOiI3NzgiLCJHcm91cE5hbWUiOm51bGwsIlN0YXJ0RGF0ZSI6IjIwMTktMTItMDZUMDA6MDA6MDAiLCJFbmREYXRlIjoiMjAxOS0xMi0wNlQyMzo1OTowMCIsIlBlcmNlbnRhZ2VDb21wbGV0ZSI6bnVsbCwiU3R5bGUiOnsiJGlkIjoiNzc5IiwiU2hhcGUiOjAsIlNoYXBlVGhpY2tuZXNzIjowLCJEdXJhdGlvbkZvcm1hdCI6MCwiSW5jbHVkZU5vbldvcmtpbmdEYXlzSW5EdXJhdGlvbiI6ZmFsc2UsIlBlcmNlbnRhZ2VDb21wbGV0ZVN0eWxlIjp7IiRpZCI6Ijc4MCIsIkZvbnRTZXR0aW5ncyI6eyIkaWQiOiI3ODEiLCJGb250U2l6ZSI6MTAsIkZvbnROYW1lIjoiQ2FsaWJyaSIsIklzQm9sZCI6ZmFsc2UsIklzSXRhbGljIjpmYWxzZSwiSXNVbmRlcmxpbmVkIjpmYWxzZSwiUGFyZW50U3R5bGUiOm51bGx9LCJBdXRvU2l6ZSI6MCwiRm9yZWdyb3VuZCI6eyIkaWQiOiI3ODIiLCJDb2xvciI6eyIkcmVmIjoiODYifX0sIk1heFdpZHRoIjoyMDAuMCwiTWF4SGVpZ2h0IjoiSW5maW5pdHkiLCJTbWFydEZvcmVncm91bmRJc0FjdGl2ZSI6ZmFsc2UsIkhvcml6b250YWxBbGlnbm1lbnQiOjAsIlZlcnRpY2FsQWxpZ25tZW50IjowLCJTbWFydEZvcmVncm91bmQiOm51bGwsIkJhY2tncm91bmRGaWxsVHlwZSI6MCwiTWFyZ2luIjp7IiRpZCI6Ijc4MyIsIlRvcCI6MCwiTGVmdCI6MCwiUmlnaHQiOjAsIkJvdHRvbSI6MH0sIlBhZGRpbmciOnsiJGlkIjoiNzg0IiwiVG9wIjowLCJMZWZ0IjowLCJSaWdodCI6MCwiQm90dG9tIjowfSwiQmFja2dyb3VuZCI6eyIkcmVmIjoiODkifSwiSXNWaXNpYmxlIjp0cnVlLCJXaWR0aCI6MC4wLCJIZWlnaHQiOjAuMCwiQm9yZGVyU3R5bGUiOnsiJGlkIjoiNzg1IiwiTGluZUNvbG9yIjpudWxsLCJMaW5lV2VpZ2h0IjowLjAsIkxpbmVUeXBlIjowLCJQYXJlbnRTdHlsZSI6bnVsbH0sIlBhcmVudFN0eWxlIjpudWxsfSwiRHVyYXRpb25TdHlsZSI6eyIkaWQiOiI3ODYiLCJGb250U2V0dGluZ3MiOnsiJGlkIjoiNzg3IiwiRm9udFNpemUiOjEwLCJGb250TmFtZSI6IkNhbGlicmkiLCJJc0JvbGQiOmZhbHNlLCJJc0l0YWxpYyI6ZmFsc2UsIklzVW5kZXJsaW5lZCI6ZmFsc2UsIlBhcmVudFN0eWxlIjpudWxsfSwiQXV0b1NpemUiOjAsIkZvcmVncm91bmQiOnsiJGlkIjoiNzg4IiwiQ29sb3IiOnsiJHJlZiI6IjkzIn19LCJNYXhXaWR0aCI6MjAwLjAsIk1heEhlaWdodCI6IkluZmluaXR5IiwiU21hcnRGb3JlZ3JvdW5kSXNBY3RpdmUiOmZhbHNlLCJIb3Jpem9udGFsQWxpZ25tZW50IjowLCJWZXJ0aWNhbEFsaWdubWVudCI6MCwiU21hcnRGb3JlZ3JvdW5kIjpudWxsLCJCYWNrZ3JvdW5kRmlsbFR5cGUiOjAsIk1hcmdpbiI6eyIkaWQiOiI3ODkiLCJUb3AiOjAsIkxlZnQiOjAsIlJpZ2h0IjowLCJCb3R0b20iOjB9LCJQYWRkaW5nIjp7IiRpZCI6Ijc5MCIsIlRvcCI6MCwiTGVmdCI6MCwiUmlnaHQiOjAsIkJvdHRvbSI6MH0sIkJhY2tncm91bmQiOnsiJHJlZiI6Ijk2In0sIklzVmlzaWJsZSI6dHJ1ZSwiV2lkdGgiOjAuMCwiSGVpZ2h0IjowLjAsIkJvcmRlclN0eWxlIjp7IiRpZCI6Ijc5MSIsIkxpbmVDb2xvciI6bnVsbCwiTGluZVdlaWdodCI6MC4wLCJMaW5lVHlwZSI6MCwiUGFyZW50U3R5bGUiOm51bGx9LCJQYXJlbnRTdHlsZSI6bnVsbH0sIkhvcml6b250YWxDb25uZWN0b3JTdHlsZSI6eyIkaWQiOiI3OTIiLCJMaW5lQ29sb3IiOnsiJHJlZiI6Ijk4In0sIkxpbmVXZWlnaHQiOjEuMCwiTGluZVR5cGUiOjAsIlBhcmVudFN0eWxlIjpudWxsfSwiVmVydGljYWxDb25uZWN0b3JTdHlsZSI6eyIkaWQiOiI3OTM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Nzk0IiwiTWFyZ2luIjp7IiRpZCI6Ijc5NSIsIlRvcCI6MCwiTGVmdCI6NCwiUmlnaHQiOjQsIkJvdHRvbSI6MH0sIlBhZGRpbmciOnsiJGlkIjoiNzk2IiwiVG9wIjowLCJMZWZ0IjowLCJSaWdodCI6MCwiQm90dG9tIjowfSwiQmFja2dyb3VuZCI6eyIkaWQiOiI3OTciLCJDb2xvciI6eyIkcmVmIjoiMTA3In19LCJJc1Zpc2libGUiOnRydWUsIldpZHRoIjowLjAsIkhlaWdodCI6MTAuMCwiQm9yZGVyU3R5bGUiOnsiJGlkIjoiNzk4IiwiTGluZUNvbG9yIjp7IiRyZWYiOiIxMDkifSwiTGluZVdlaWdodCI6MC4wLCJMaW5lVHlwZSI6MCwiUGFyZW50U3R5bGUiOm51bGx9LCJQYXJlbnRTdHlsZSI6bnVsbH0sIlRpdGxlU3R5bGUiOnsiJGlkIjoiNzk5IiwiRm9udFNldHRpbmdzIjp7IiRpZCI6IjgwMCIsIkZvbnRTaXplIjoxMSwiRm9udE5hbWUiOiJDYWxpYnJpIiwiSXNCb2xkIjp0cnVlLCJJc0l0YWxpYyI6ZmFsc2UsIklzVW5kZXJsaW5lZCI6ZmFsc2UsIlBhcmVudFN0eWxlIjpudWxsfSwiQXV0b1NpemUiOjAsIkZvcmVncm91bmQiOnsiJGlkIjoiODAxIiwiQ29sb3IiOnsiJHJlZiI6IjExNCJ9fSwiTWF4V2lkdGgiOjk2MC4wLCJNYXhIZWlnaHQiOiJJbmZpbml0eSIsIlNtYXJ0Rm9yZWdyb3VuZElzQWN0aXZlIjpmYWxzZSwiSG9yaXpvbnRhbEFsaWdubWVudCI6MCwiVmVydGljYWxBbGlnbm1lbnQiOjAsIlNtYXJ0Rm9yZWdyb3VuZCI6bnVsbCwiQmFja2dyb3VuZEZpbGxUeXBlIjowLCJNYXJnaW4iOnsiJGlkIjoiODAyIiwiVG9wIjowLCJMZWZ0IjowLCJSaWdodCI6MCwiQm90dG9tIjowfSwiUGFkZGluZyI6eyIkaWQiOiI4MDMiLCJUb3AiOjAsIkxlZnQiOjAsIlJpZ2h0IjowLCJCb3R0b20iOjB9LCJCYWNrZ3JvdW5kIjp7IiRyZWYiOiIxMTcifSwiSXNWaXNpYmxlIjp0cnVlLCJXaWR0aCI6MC4wLCJIZWlnaHQiOjAuMCwiQm9yZGVyU3R5bGUiOnsiJGlkIjoiODA0IiwiTGluZUNvbG9yIjpudWxsLCJMaW5lV2VpZ2h0IjowLjAsIkxpbmVUeXBlIjowLCJQYXJlbnRTdHlsZSI6bnVsbH0sIlBhcmVudFN0eWxlIjpudWxsfSwiRGF0ZVN0eWxlIjp7IiRpZCI6IjgwNSIsIkZvbnRTZXR0aW5ncyI6eyIkaWQiOiI4MDYiLCJGb250U2l6ZSI6MTAsIkZvbnROYW1lIjoiQ2FsaWJyaSIsIklzQm9sZCI6ZmFsc2UsIklzSXRhbGljIjpmYWxzZSwiSXNVbmRlcmxpbmVkIjpmYWxzZSwiUGFyZW50U3R5bGUiOm51bGx9LCJBdXRvU2l6ZSI6MCwiRm9yZWdyb3VuZCI6eyIkaWQiOiI4MDciLCJDb2xvciI6eyIkcmVmIjoiMTIxIn19LCJNYXhXaWR0aCI6MjAwLjAsIk1heEhlaWdodCI6IkluZmluaXR5IiwiU21hcnRGb3JlZ3JvdW5kSXNBY3RpdmUiOmZhbHNlLCJIb3Jpem9udGFsQWxpZ25tZW50IjowLCJWZXJ0aWNhbEFsaWdubWVudCI6MCwiU21hcnRGb3JlZ3JvdW5kIjpudWxsLCJCYWNrZ3JvdW5kRmlsbFR5cGUiOjAsIk1hcmdpbiI6eyIkaWQiOiI4MDgiLCJUb3AiOjAsIkxlZnQiOjAsIlJpZ2h0IjowLCJCb3R0b20iOjB9LCJQYWRkaW5nIjp7IiRpZCI6IjgwOSIsIlRvcCI6MCwiTGVmdCI6MCwiUmlnaHQiOjAsIkJvdHRvbSI6MH0sIkJhY2tncm91bmQiOnsiJHJlZiI6IjEyNCJ9LCJJc1Zpc2libGUiOnRydWUsIldpZHRoIjowLjAsIkhlaWdodCI6MC4wLCJCb3JkZXJTdHlsZSI6eyIkaWQiOiI4MTAiLCJMaW5lQ29sb3IiOm51bGwsIkxpbmVXZWlnaHQiOjAuMCwiTGluZVR5cGUiOjAsIlBhcmVudFN0eWxlIjpudWxsfSwiUGFyZW50U3R5bGUiOm51bGx9LCJEYXRlRm9ybWF0Ijp7IiRpZCI6Ijgx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xOSwiU21hcnREdXJhdGlvbkFjdGl2YXRlZCI6ZmFsc2UsIkRhdGVGb3JtYXQiOnsiJHJlZiI6IjgxMSJ9LCJJZCI6Ijg5M2Q1MTAxLWIyNDItNDUyYS1hM2RhLTk2NWRiMTllMTY3YSIsIkltcG9ydElkIjoiMSIsIlRpdGxlIjoiU3dpdGNoIFByaW1hcnkgREIgdG8gREM0IiwiTm90ZSI6bnVsbCwiSHlwZXJsaW5rIjpudWxsLCJJc0NoYW5nZWQiOmZhbHNlLCJJc05ldyI6ZmFsc2V9LHsiJGlkIjoiODEyIiwiR3JvdXBOYW1lIjpudWxsLCJTdGFydERhdGUiOiIyMDE5LTEyLTA2VDAwOjAwOjAwIiwiRW5kRGF0ZSI6IjIwMTktMTItMDZUMjM6NTk6MDAiLCJQZXJjZW50YWdlQ29tcGxldGUiOm51bGwsIlN0eWxlIjp7IiRpZCI6IjgxMyIsIlNoYXBlIjowLCJTaGFwZVRoaWNrbmVzcyI6MCwiRHVyYXRpb25Gb3JtYXQiOjAsIkluY2x1ZGVOb25Xb3JraW5nRGF5c0luRHVyYXRpb24iOmZhbHNlLCJQZXJjZW50YWdlQ29tcGxldGVTdHlsZSI6eyIkaWQiOiI4MTQiLCJGb250U2V0dGluZ3MiOnsiJGlkIjoiODE1IiwiRm9udFNpemUiOjEwLCJGb250TmFtZSI6IkNhbGlicmkiLCJJc0JvbGQiOmZhbHNlLCJJc0l0YWxpYyI6ZmFsc2UsIklzVW5kZXJsaW5lZCI6ZmFsc2UsIlBhcmVudFN0eWxlIjpudWxsfSwiQXV0b1NpemUiOjAsIkZvcmVncm91bmQiOnsiJGlkIjoiODE2IiwiQ29sb3IiOnsiJHJlZiI6Ijg2In19LCJNYXhXaWR0aCI6MjAwLjAsIk1heEhlaWdodCI6IkluZmluaXR5IiwiU21hcnRGb3JlZ3JvdW5kSXNBY3RpdmUiOmZhbHNlLCJIb3Jpem9udGFsQWxpZ25tZW50IjowLCJWZXJ0aWNhbEFsaWdubWVudCI6MCwiU21hcnRGb3JlZ3JvdW5kIjpudWxsLCJCYWNrZ3JvdW5kRmlsbFR5cGUiOjAsIk1hcmdpbiI6eyIkaWQiOiI4MTciLCJUb3AiOjAsIkxlZnQiOjAsIlJpZ2h0IjowLCJCb3R0b20iOjB9LCJQYWRkaW5nIjp7IiRpZCI6IjgxOCIsIlRvcCI6MCwiTGVmdCI6MCwiUmlnaHQiOjAsIkJvdHRvbSI6MH0sIkJhY2tncm91bmQiOnsiJHJlZiI6Ijg5In0sIklzVmlzaWJsZSI6dHJ1ZSwiV2lkdGgiOjAuMCwiSGVpZ2h0IjowLjAsIkJvcmRlclN0eWxlIjp7IiRpZCI6IjgxOSIsIkxpbmVDb2xvciI6bnVsbCwiTGluZVdlaWdodCI6MC4wLCJMaW5lVHlwZSI6MCwiUGFyZW50U3R5bGUiOm51bGx9LCJQYXJlbnRTdHlsZSI6bnVsbH0sIkR1cmF0aW9uU3R5bGUiOnsiJGlkIjoiODIwIiwiRm9udFNldHRpbmdzIjp7IiRpZCI6IjgyMSIsIkZvbnRTaXplIjoxMCwiRm9udE5hbWUiOiJDYWxpYnJpIiwiSXNCb2xkIjpmYWxzZSwiSXNJdGFsaWMiOmZhbHNlLCJJc1VuZGVybGluZWQiOmZhbHNlLCJQYXJlbnRTdHlsZSI6bnVsbH0sIkF1dG9TaXplIjowLCJGb3JlZ3JvdW5kIjp7IiRpZCI6IjgyMiIsIkNvbG9yIjp7IiRyZWYiOiI5MyJ9fSwiTWF4V2lkdGgiOjIwMC4wLCJNYXhIZWlnaHQiOiJJbmZpbml0eSIsIlNtYXJ0Rm9yZWdyb3VuZElzQWN0aXZlIjpmYWxzZSwiSG9yaXpvbnRhbEFsaWdubWVudCI6MCwiVmVydGljYWxBbGlnbm1lbnQiOjAsIlNtYXJ0Rm9yZWdyb3VuZCI6bnVsbCwiQmFja2dyb3VuZEZpbGxUeXBlIjowLCJNYXJnaW4iOnsiJGlkIjoiODIzIiwiVG9wIjowLCJMZWZ0IjowLCJSaWdodCI6MCwiQm90dG9tIjowfSwiUGFkZGluZyI6eyIkaWQiOiI4MjQiLCJUb3AiOjAsIkxlZnQiOjAsIlJpZ2h0IjowLCJCb3R0b20iOjB9LCJCYWNrZ3JvdW5kIjp7IiRyZWYiOiI5NiJ9LCJJc1Zpc2libGUiOnRydWUsIldpZHRoIjowLjAsIkhlaWdodCI6MC4wLCJCb3JkZXJTdHlsZSI6eyIkaWQiOiI4MjUiLCJMaW5lQ29sb3IiOm51bGwsIkxpbmVXZWlnaHQiOjAuMCwiTGluZVR5cGUiOjAsIlBhcmVudFN0eWxlIjpudWxsfSwiUGFyZW50U3R5bGUiOm51bGx9LCJIb3Jpem9udGFsQ29ubmVjdG9yU3R5bGUiOnsiJGlkIjoiODI2IiwiTGluZUNvbG9yIjp7IiRyZWYiOiI5OCJ9LCJMaW5lV2VpZ2h0IjoxLjAsIkxpbmVUeXBlIjowLCJQYXJlbnRTdHlsZSI6bnVsbH0sIlZlcnRpY2FsQ29ubmVjdG9yU3R5bGUiOnsiJGlkIjoiODI3IiwiTGluZUNvbG9yIjp7IiRyZWYiOiIxMDEifSwiTGluZVdlaWdodCI6MC4wLCJMaW5lVHlwZSI6MCwiUGFyZW50U3R5bGUiOm51bGx9LCJNYXJnaW4iOm51bGwsIlN0YXJ0RGF0ZVBvc2l0aW9uIjo0LCJFbmREYXRlUG9zaXRpb24iOjQsIkRhdGVJc1Zpc2libGUiOnRydWUsIlRpdGxlUG9zaXRpb24iOjUsIkR1cmF0aW9uUG9zaXRpb24iOjIsIlBlcmNlbnRhZ2VDb21wbGV0ZWRQb3NpdGlvbiI6NiwiU3BhY2luZyI6MywiSXNCZWxvd1RpbWViYW5kIjp0cnVlLCJQZXJjZW50YWdlQ29tcGxldGVTaGFwZU9wYWNpdHkiOjM1LCJTaGFwZVN0eWxlIjp7IiRpZCI6IjgyOCIsIk1hcmdpbiI6eyIkaWQiOiI4MjkiLCJUb3AiOjAsIkxlZnQiOjQsIlJpZ2h0Ijo0LCJCb3R0b20iOjB9LCJQYWRkaW5nIjp7IiRpZCI6IjgzMCIsIlRvcCI6MCwiTGVmdCI6MCwiUmlnaHQiOjAsIkJvdHRvbSI6MH0sIkJhY2tncm91bmQiOnsiJGlkIjoiODMxIiwiQ29sb3IiOnsiJHJlZiI6IjEwNyJ9fSwiSXNWaXNpYmxlIjp0cnVlLCJXaWR0aCI6MC4wLCJIZWlnaHQiOjEwLjAsIkJvcmRlclN0eWxlIjp7IiRpZCI6IjgzMiIsIkxpbmVDb2xvciI6eyIkcmVmIjoiMTA5In0sIkxpbmVXZWlnaHQiOjAuMCwiTGluZVR5cGUiOjAsIlBhcmVudFN0eWxlIjpudWxsfSwiUGFyZW50U3R5bGUiOm51bGx9LCJUaXRsZVN0eWxlIjp7IiRpZCI6IjgzMyIsIkZvbnRTZXR0aW5ncyI6eyIkaWQiOiI4MzQiLCJGb250U2l6ZSI6MTEsIkZvbnROYW1lIjoiQ2FsaWJyaSIsIklzQm9sZCI6dHJ1ZSwiSXNJdGFsaWMiOmZhbHNlLCJJc1VuZGVybGluZWQiOmZhbHNlLCJQYXJlbnRTdHlsZSI6bnVsbH0sIkF1dG9TaXplIjowLCJGb3JlZ3JvdW5kIjp7IiRpZCI6IjgzNSIsIkNvbG9yIjp7IiRyZWYiOiIxMTQifX0sIk1heFdpZHRoIjo5NjAuMCwiTWF4SGVpZ2h0IjoiSW5maW5pdHkiLCJTbWFydEZvcmVncm91bmRJc0FjdGl2ZSI6ZmFsc2UsIkhvcml6b250YWxBbGlnbm1lbnQiOjAsIlZlcnRpY2FsQWxpZ25tZW50IjowLCJTbWFydEZvcmVncm91bmQiOm51bGwsIkJhY2tncm91bmRGaWxsVHlwZSI6MCwiTWFyZ2luIjp7IiRpZCI6IjgzNiIsIlRvcCI6MCwiTGVmdCI6MCwiUmlnaHQiOjAsIkJvdHRvbSI6MH0sIlBhZGRpbmciOnsiJGlkIjoiODM3IiwiVG9wIjowLCJMZWZ0IjowLCJSaWdodCI6MCwiQm90dG9tIjowfSwiQmFja2dyb3VuZCI6eyIkcmVmIjoiMTE3In0sIklzVmlzaWJsZSI6dHJ1ZSwiV2lkdGgiOjAuMCwiSGVpZ2h0IjowLjAsIkJvcmRlclN0eWxlIjp7IiRpZCI6IjgzOCIsIkxpbmVDb2xvciI6bnVsbCwiTGluZVdlaWdodCI6MC4wLCJMaW5lVHlwZSI6MCwiUGFyZW50U3R5bGUiOm51bGx9LCJQYXJlbnRTdHlsZSI6bnVsbH0sIkRhdGVTdHlsZSI6eyIkaWQiOiI4MzkiLCJGb250U2V0dGluZ3MiOnsiJGlkIjoiODQwIiwiRm9udFNpemUiOjEwLCJGb250TmFtZSI6IkNhbGlicmkiLCJJc0JvbGQiOmZhbHNlLCJJc0l0YWxpYyI6ZmFsc2UsIklzVW5kZXJsaW5lZCI6ZmFsc2UsIlBhcmVudFN0eWxlIjpudWxsfSwiQXV0b1NpemUiOjAsIkZvcmVncm91bmQiOnsiJGlkIjoiODQxIiwiQ29sb3IiOnsiJHJlZiI6IjEyMSJ9fSwiTWF4V2lkdGgiOjIwMC4wLCJNYXhIZWlnaHQiOiJJbmZpbml0eSIsIlNtYXJ0Rm9yZWdyb3VuZElzQWN0aXZlIjpmYWxzZSwiSG9yaXpvbnRhbEFsaWdubWVudCI6MCwiVmVydGljYWxBbGlnbm1lbnQiOjAsIlNtYXJ0Rm9yZWdyb3VuZCI6bnVsbCwiQmFja2dyb3VuZEZpbGxUeXBlIjowLCJNYXJnaW4iOnsiJGlkIjoiODQyIiwiVG9wIjowLCJMZWZ0IjowLCJSaWdodCI6MCwiQm90dG9tIjowfSwiUGFkZGluZyI6eyIkaWQiOiI4NDMiLCJUb3AiOjAsIkxlZnQiOjAsIlJpZ2h0IjowLCJCb3R0b20iOjB9LCJCYWNrZ3JvdW5kIjp7IiRyZWYiOiIxMjQifSwiSXNWaXNpYmxlIjp0cnVlLCJXaWR0aCI6MC4wLCJIZWlnaHQiOjAuMCwiQm9yZGVyU3R5bGUiOnsiJGlkIjoiODQ0IiwiTGluZUNvbG9yIjpudWxsLCJMaW5lV2VpZ2h0IjowLjAsIkxpbmVUeXBlIjowLCJQYXJlbnRTdHlsZSI6bnVsbH0sIlBhcmVudFN0eWxlIjpudWxsfSwiRGF0ZUZvcm1hdCI6eyIkaWQiOiI4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klzVmlzaWJsZSI6dHJ1ZSwiUGFyZW50U3R5bGUiOm51bGx9LCJJbmRleCI6MjAsIlNtYXJ0RHVyYXRpb25BY3RpdmF0ZWQiOmZhbHNlLCJEYXRlRm9ybWF0Ijp7IiRyZWYiOiI4NDUifSwiSWQiOiI4ZTg4OGM1Ny03Nzc5LTQ3ODQtOWMxNi05NDBhODk5NDQzOGUiLCJJbXBvcnRJZCI6IjEiLCJUaXRsZSI6IlJlUm91dGUgRlRQIFRyYWZmaWMiLCJOb3RlIjpudWxsLCJIeXBlcmxpbmsiOm51bGwsIklzQ2hhbmdlZCI6ZmFsc2UsIklzTmV3IjpmYWxzZX0seyIkaWQiOiI4NDYiLCJHcm91cE5hbWUiOm51bGwsIlN0YXJ0RGF0ZSI6IjIwMTktMTItMTFUMDA6MDA6MDAiLCJFbmREYXRlIjoiMjAxOS0xMi0zMVQyMzo1OTowMCIsIlBlcmNlbnRhZ2VDb21wbGV0ZSI6bnVsbCwiU3R5bGUiOnsiJGlkIjoiODQ3IiwiU2hhcGUiOjAsIlNoYXBlVGhpY2tuZXNzIjowLCJEdXJhdGlvbkZvcm1hdCI6MCwiSW5jbHVkZU5vbldvcmtpbmdEYXlzSW5EdXJhdGlvbiI6ZmFsc2UsIlBlcmNlbnRhZ2VDb21wbGV0ZVN0eWxlIjp7IiRpZCI6Ijg0OCIsIkZvbnRTZXR0aW5ncyI6eyIkaWQiOiI4NDkiLCJGb250U2l6ZSI6MTAsIkZvbnROYW1lIjoiQ2FsaWJyaSIsIklzQm9sZCI6ZmFsc2UsIklzSXRhbGljIjpmYWxzZSwiSXNVbmRlcmxpbmVkIjpmYWxzZSwiUGFyZW50U3R5bGUiOm51bGx9LCJBdXRvU2l6ZSI6MCwiRm9yZWdyb3VuZCI6eyIkaWQiOiI4NTAiLCJDb2xvciI6eyIkcmVmIjoiODYifX0sIk1heFdpZHRoIjoyMDAuMCwiTWF4SGVpZ2h0IjoiSW5maW5pdHkiLCJTbWFydEZvcmVncm91bmRJc0FjdGl2ZSI6ZmFsc2UsIkhvcml6b250YWxBbGlnbm1lbnQiOjAsIlZlcnRpY2FsQWxpZ25tZW50IjowLCJTbWFydEZvcmVncm91bmQiOm51bGwsIkJhY2tncm91bmRGaWxsVHlwZSI6MCwiTWFyZ2luIjp7IiRpZCI6Ijg1MSIsIlRvcCI6MCwiTGVmdCI6MCwiUmlnaHQiOjAsIkJvdHRvbSI6MH0sIlBhZGRpbmciOnsiJGlkIjoiODUyIiwiVG9wIjowLCJMZWZ0IjowLCJSaWdodCI6MCwiQm90dG9tIjowfSwiQmFja2dyb3VuZCI6eyIkcmVmIjoiODkifSwiSXNWaXNpYmxlIjp0cnVlLCJXaWR0aCI6MC4wLCJIZWlnaHQiOjAuMCwiQm9yZGVyU3R5bGUiOnsiJGlkIjoiODUzIiwiTGluZUNvbG9yIjpudWxsLCJMaW5lV2VpZ2h0IjowLjAsIkxpbmVUeXBlIjowLCJQYXJlbnRTdHlsZSI6bnVsbH0sIlBhcmVudFN0eWxlIjpudWxsfSwiRHVyYXRpb25TdHlsZSI6eyIkaWQiOiI4NTQiLCJGb250U2V0dGluZ3MiOnsiJGlkIjoiODU1IiwiRm9udFNpemUiOjEwLCJGb250TmFtZSI6IkNhbGlicmkiLCJJc0JvbGQiOmZhbHNlLCJJc0l0YWxpYyI6ZmFsc2UsIklzVW5kZXJsaW5lZCI6ZmFsc2UsIlBhcmVudFN0eWxlIjpudWxsfSwiQXV0b1NpemUiOjAsIkZvcmVncm91bmQiOnsiJGlkIjoiODU2IiwiQ29sb3IiOnsiJHJlZiI6IjkzIn19LCJNYXhXaWR0aCI6MjAwLjAsIk1heEhlaWdodCI6IkluZmluaXR5IiwiU21hcnRGb3JlZ3JvdW5kSXNBY3RpdmUiOmZhbHNlLCJIb3Jpem9udGFsQWxpZ25tZW50IjowLCJWZXJ0aWNhbEFsaWdubWVudCI6MCwiU21hcnRGb3JlZ3JvdW5kIjpudWxsLCJCYWNrZ3JvdW5kRmlsbFR5cGUiOjAsIk1hcmdpbiI6eyIkaWQiOiI4NTciLCJUb3AiOjAsIkxlZnQiOjAsIlJpZ2h0IjowLCJCb3R0b20iOjB9LCJQYWRkaW5nIjp7IiRpZCI6Ijg1OCIsIlRvcCI6MCwiTGVmdCI6MCwiUmlnaHQiOjAsIkJvdHRvbSI6MH0sIkJhY2tncm91bmQiOnsiJHJlZiI6Ijk2In0sIklzVmlzaWJsZSI6dHJ1ZSwiV2lkdGgiOjAuMCwiSGVpZ2h0IjowLjAsIkJvcmRlclN0eWxlIjp7IiRpZCI6Ijg1OSIsIkxpbmVDb2xvciI6bnVsbCwiTGluZVdlaWdodCI6MC4wLCJMaW5lVHlwZSI6MCwiUGFyZW50U3R5bGUiOm51bGx9LCJQYXJlbnRTdHlsZSI6bnVsbH0sIkhvcml6b250YWxDb25uZWN0b3JTdHlsZSI6eyIkaWQiOiI4NjAiLCJMaW5lQ29sb3IiOnsiJHJlZiI6Ijk4In0sIkxpbmVXZWlnaHQiOjEuMCwiTGluZVR5cGUiOjAsIlBhcmVudFN0eWxlIjpudWxsfSwiVmVydGljYWxDb25uZWN0b3JTdHlsZSI6eyIkaWQiOiI4NjEiLCJMaW5lQ29sb3IiOnsiJHJlZiI6IjEwMSJ9LCJMaW5lV2VpZ2h0IjowLjAsIkxpbmVUeXBlIjowLCJQYXJlbnRTdHlsZSI6bnVsbH0sIk1hcmdpbiI6bnVsbCwiU3RhcnREYXRlUG9zaXRpb24iOjQsIkVuZERhdGVQb3NpdGlvbiI6NCwiRGF0ZUlzVmlzaWJsZSI6dHJ1ZSwiVGl0bGVQb3NpdGlvbiI6NSwiRHVyYXRpb25Qb3NpdGlvbiI6MiwiUGVyY2VudGFnZUNvbXBsZXRlZFBvc2l0aW9uIjo2LCJTcGFjaW5nIjozLCJJc0JlbG93VGltZWJhbmQiOnRydWUsIlBlcmNlbnRhZ2VDb21wbGV0ZVNoYXBlT3BhY2l0eSI6MzUsIlNoYXBlU3R5bGUiOnsiJGlkIjoiODYyIiwiTWFyZ2luIjp7IiRpZCI6Ijg2MyIsIlRvcCI6MCwiTGVmdCI6NCwiUmlnaHQiOjQsIkJvdHRvbSI6MH0sIlBhZGRpbmciOnsiJGlkIjoiODY0IiwiVG9wIjowLCJMZWZ0IjowLCJSaWdodCI6MCwiQm90dG9tIjowfSwiQmFja2dyb3VuZCI6eyIkaWQiOiI4NjUiLCJDb2xvciI6eyIkcmVmIjoiMTA3In19LCJJc1Zpc2libGUiOnRydWUsIldpZHRoIjowLjAsIkhlaWdodCI6MTAuMCwiQm9yZGVyU3R5bGUiOnsiJGlkIjoiODY2IiwiTGluZUNvbG9yIjp7IiRyZWYiOiIxMDkifSwiTGluZVdlaWdodCI6MC4wLCJMaW5lVHlwZSI6MCwiUGFyZW50U3R5bGUiOm51bGx9LCJQYXJlbnRTdHlsZSI6bnVsbH0sIlRpdGxlU3R5bGUiOnsiJGlkIjoiODY3IiwiRm9udFNldHRpbmdzIjp7IiRpZCI6Ijg2OCIsIkZvbnRTaXplIjoxMSwiRm9udE5hbWUiOiJDYWxpYnJpIiwiSXNCb2xkIjp0cnVlLCJJc0l0YWxpYyI6ZmFsc2UsIklzVW5kZXJsaW5lZCI6ZmFsc2UsIlBhcmVudFN0eWxlIjpudWxsfSwiQXV0b1NpemUiOjAsIkZvcmVncm91bmQiOnsiJGlkIjoiODY5IiwiQ29sb3IiOnsiJHJlZiI6IjExNCJ9fSwiTWF4V2lkdGgiOjk2MC4wLCJNYXhIZWlnaHQiOiJJbmZpbml0eSIsIlNtYXJ0Rm9yZWdyb3VuZElzQWN0aXZlIjpmYWxzZSwiSG9yaXpvbnRhbEFsaWdubWVudCI6MCwiVmVydGljYWxBbGlnbm1lbnQiOjAsIlNtYXJ0Rm9yZWdyb3VuZCI6bnVsbCwiQmFja2dyb3VuZEZpbGxUeXBlIjowLCJNYXJnaW4iOnsiJGlkIjoiODcwIiwiVG9wIjowLCJMZWZ0IjowLCJSaWdodCI6MCwiQm90dG9tIjowfSwiUGFkZGluZyI6eyIkaWQiOiI4NzEiLCJUb3AiOjAsIkxlZnQiOjAsIlJpZ2h0IjowLCJCb3R0b20iOjB9LCJCYWNrZ3JvdW5kIjp7IiRyZWYiOiIxMTcifSwiSXNWaXNpYmxlIjp0cnVlLCJXaWR0aCI6MC4wLCJIZWlnaHQiOjAuMCwiQm9yZGVyU3R5bGUiOnsiJGlkIjoiODcyIiwiTGluZUNvbG9yIjpudWxsLCJMaW5lV2VpZ2h0IjowLjAsIkxpbmVUeXBlIjowLCJQYXJlbnRTdHlsZSI6bnVsbH0sIlBhcmVudFN0eWxlIjpudWxsfSwiRGF0ZVN0eWxlIjp7IiRpZCI6Ijg3MyIsIkZvbnRTZXR0aW5ncyI6eyIkaWQiOiI4NzQiLCJGb250U2l6ZSI6MTAsIkZvbnROYW1lIjoiQ2FsaWJyaSIsIklzQm9sZCI6ZmFsc2UsIklzSXRhbGljIjpmYWxzZSwiSXNVbmRlcmxpbmVkIjpmYWxzZSwiUGFyZW50U3R5bGUiOm51bGx9LCJBdXRvU2l6ZSI6MCwiRm9yZWdyb3VuZCI6eyIkaWQiOiI4NzUiLCJDb2xvciI6eyIkcmVmIjoiMTIxIn19LCJNYXhXaWR0aCI6MjAwLjAsIk1heEhlaWdodCI6IkluZmluaXR5IiwiU21hcnRGb3JlZ3JvdW5kSXNBY3RpdmUiOmZhbHNlLCJIb3Jpem9udGFsQWxpZ25tZW50IjowLCJWZXJ0aWNhbEFsaWdubWVudCI6MCwiU21hcnRGb3JlZ3JvdW5kIjpudWxsLCJCYWNrZ3JvdW5kRmlsbFR5cGUiOjAsIk1hcmdpbiI6eyIkaWQiOiI4NzYiLCJUb3AiOjAsIkxlZnQiOjAsIlJpZ2h0IjowLCJCb3R0b20iOjB9LCJQYWRkaW5nIjp7IiRpZCI6Ijg3NyIsIlRvcCI6MCwiTGVmdCI6MCwiUmlnaHQiOjAsIkJvdHRvbSI6MH0sIkJhY2tncm91bmQiOnsiJHJlZiI6IjEyNCJ9LCJJc1Zpc2libGUiOnRydWUsIldpZHRoIjowLjAsIkhlaWdodCI6MC4wLCJCb3JkZXJTdHlsZSI6eyIkaWQiOiI4NzgiLCJMaW5lQ29sb3IiOm51bGwsIkxpbmVXZWlnaHQiOjAuMCwiTGluZVR5cGUiOjAsIlBhcmVudFN0eWxlIjpudWxsfSwiUGFyZW50U3R5bGUiOm51bGx9LCJEYXRlRm9ybWF0Ijp7IiRpZCI6Ijg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SXNWaXNpYmxlIjp0cnVlLCJQYXJlbnRTdHlsZSI6bnVsbH0sIkluZGV4IjoyMSwiU21hcnREdXJhdGlvbkFjdGl2YXRlZCI6ZmFsc2UsIkRhdGVGb3JtYXQiOnsiJHJlZiI6Ijg3OSJ9LCJJZCI6IjJkZDRiNGYzLTIyOWQtNGUzYi1hZjE1LWI4NWE5MThkOTFlYyIsIkltcG9ydElkIjoiMSIsIlRpdGxlIjoiRGVjb21taXNzaW9uIEhhcmR3YXJlIENTWCIsIk5vdGUiOm51bGwsIkh5cGVybGluayI6bnVsbCwiSXNDaGFuZ2VkIjpmYWxzZSwiSXNOZXciOmZhbHNlfV0sIk1zUHJvamVjdEl0ZW1zVHJlZSI6eyIkaWQiOiI4ODAiLCJSb290Ijp7IkltcG9ydElkIjpudWxsLCJJc0ltcG9ydGVkIjpmYWxzZSwiQ2hpbGRyZW4iOltdfX0sIk1ldGFkYXRhIjp7IiRpZCI6Ijg4MSIsIkV4Y2VsU2hlZXROYW1lIjoiU2hlZXQxIiwiSXRlbXNUaXRsZXMiOiJbXCJEZXNjcmlwdGlvblwiLFwiUGxhbm5pbmdcIixcIkJ1aWxkIDIwMTkgVGVzdCBTZXJ2ZXJzICgyMClcIixcIlVwZ3JhZGUgMjAwOCBQcm9kIFNlcnZlcnNcIixcIlVwZ3JhZGUgU1FMIExvd2VyXCIsXCJVcGdyYWRlIFNRbCBQcm9kXCIsXCJCdWlsZCBTZXJ2ZXJzIEFwcCBTZXJ2ZXJzIERDNFwiLFwiVXBncmFkZSBBbGlnbi1GaWxlIHRvIDIwMTYgT1NcIixcIlNldCB1cCBIQSBub2RlIGluIGRjNFwiLFwiU2V0IHVwIHNlY29uZGFyeSBIQSBuZG9lIGluIERDNFwiLFwiUmVwbGljYXRlIEZpbGVzaGFyZXMgdG8gQXp1cmVcIixcIkJ1aWxkIFNlY29uZGFyeSBub2RlcyBpbiBEQzRcIixcIlJlcGxpY2F0ZSBwb3J0aW9uIHRvIERDNFwiLFwiQnVpbGQgREM0IEFsaWduIERvbWFpbiBDb250cm9sbGVyc1wiLFwiVUFUIFRlc3RpbmcgaW4gREM0XCIsXCJHcmVhdCBQbGFpbnMgUmVwbGFjZW1lbnRcIixcIlNjcmlwdCBETlMgVXBkYXRlc1wiLFwiUHJvdmlzaW9uIENSTVwiLFwiUHJvdmlzaW9uIEdyZWF0IFBsYWluc1wiLFwiUnVuIEROUyBVcGRhdGVcIixcIlN3aXRjaCBQcmltYXJ5IERCIHRvIERDNFwiLFwiUmVSb3V0ZSBGVFAgVHJhZmZpY1wiLFwiRGVjb21taXNzaW9uIEhhcmR3YXJlIENTWFwiXSIsIkNvbHVtbnNNYXBwaW5nIjoie1wiJGlkXCI6XCIxXCIsXCJUaXRsZUNvbHVtbk5hbWVcIjpcIkNvbHVtbjRcIixcIlRpdGxlRnJpZW5kbHlDb2x1bW5OYW1lXCI6XCJEZXNjcmlwdGlvblwiLFwiU3RhcnREYXRlQ29sdW1uTmFtZVwiOlwiQ29sdW1uMlwiLFwiU3RhcnREYXRlRnJpZW5kbHlDb2x1bW5OYW1lXCI6XCJTdGFydCBEYXRlXCIsXCJFbmREYXRlQ29sdW1uTmFtZVwiOlwiQ29sdW1uM1wiLFwiRW5kRGF0ZUZyaWVuZGx5Q29sdW1uTmFtZVwiOlwiRW5kIERhdGVcIixcIlBlcmNlbnRhZ2VDb2x1bW5OYW1lXCI6bnVsbCxcIlBlcmNlbnRhZ2VGcmllbmRseUNvbHVtbk5hbWVcIjpudWxsLFwiTm90ZUNvbHVtbk5hbWVcIjpudWxsLFwiTm90ZUZyaWVuZGx5Q29sdW1uTmFtZVwiOm51bGwsXCJIZWFkZXJSb3dJbmRleFwiOjF9IiwiSGVhZGVyUm93IjoiW251bGwsXCJTdGFydCBEYXRlXCIsXCJFbmQgRGF0ZVwiLFwiRGVzY3JpcHRpb25cIl0ifSwiU2V0dGluZ3MiOnsiJGlkIjoiODgyIiwiSW1wYU9wdGlvbnMiOnsiJGlkIjoiODgz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QsIkZpbGVQYXRoIjoiQzpcXFVzZXJzXFxiZG9tYnJvc2tpXFxEb2N1bWVudHNcXDIwMTlcXE1pbGVzdG9uZXNcXE1pbGVzdG9uZXMtQ1NYLnhsc3giLCJUaW1lQ29uZmlndXJhdGlvbiI6eyIkaWQiOiI4ODQiLCJVc2VUaW1lIjpmYWxzZSwiV29ya0RheVN0YXJ0IjoiMDA6MDA6MDAiLCJXb3JrRGF5RW5kIjoiMjM6NTk6MDAifSwiTGFzdFVzZWRUZW1wbGF0ZUlkIjoiOTkwZGUwMDItNjcxMC00NDJhLTk3ZDItOGQ0MTZjYzc2NjJhIn0="/>
  <p:tag name="__MASTER" val="__part_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10FE4AEB4C04AA560664C94595FC6" ma:contentTypeVersion="10" ma:contentTypeDescription="Create a new document." ma:contentTypeScope="" ma:versionID="6c34ad2fed489b962dd3edf60c140f2f">
  <xsd:schema xmlns:xsd="http://www.w3.org/2001/XMLSchema" xmlns:xs="http://www.w3.org/2001/XMLSchema" xmlns:p="http://schemas.microsoft.com/office/2006/metadata/properties" xmlns:ns2="2fead325-a9ee-4230-a869-50c45b854c3e" xmlns:ns3="d91f321f-d38a-4a55-b388-ccb9d37becf0" targetNamespace="http://schemas.microsoft.com/office/2006/metadata/properties" ma:root="true" ma:fieldsID="5d41156d9c066f0b38a89f0113e99fed" ns2:_="" ns3:_="">
    <xsd:import namespace="2fead325-a9ee-4230-a869-50c45b854c3e"/>
    <xsd:import namespace="d91f321f-d38a-4a55-b388-ccb9d37bec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ad325-a9ee-4230-a869-50c45b854c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1f321f-d38a-4a55-b388-ccb9d37becf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512E25-215F-4716-8251-EB4D61D3D8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F3AA1B1-2117-4975-AD6C-443D92D06ED8}"/>
</file>

<file path=customXml/itemProps3.xml><?xml version="1.0" encoding="utf-8"?>
<ds:datastoreItem xmlns:ds="http://schemas.openxmlformats.org/officeDocument/2006/customXml" ds:itemID="{B642CBD6-D567-4667-9C6A-86C395587A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7121</TotalTime>
  <Words>325</Words>
  <Application>Microsoft Office PowerPoint</Application>
  <PresentationFormat>Widescreen</PresentationFormat>
  <Paragraphs>114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One Call Care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Call Legacy Exadata</dc:title>
  <dc:creator>Bob Dombroski</dc:creator>
  <cp:lastModifiedBy>Igor Kulyk</cp:lastModifiedBy>
  <cp:revision>108</cp:revision>
  <dcterms:created xsi:type="dcterms:W3CDTF">2018-01-08T16:28:08Z</dcterms:created>
  <dcterms:modified xsi:type="dcterms:W3CDTF">2023-04-28T08:37:59Z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0x010100EA710FE4AEB4C04AA560664C94595FC6</vt:lpwstr>
  </property>
  <property fmtid="{D5CDD505-2E9C-101B-9397-08002B2CF9AE}" pid="3" name="MSIP_Label_2a535040-0af2-483f-adc3-a132c21e3e2b_Enabled">
    <vt:lpwstr>true</vt:lpwstr>
  </property>
  <property fmtid="{D5CDD505-2E9C-101B-9397-08002B2CF9AE}" pid="4" name="MSIP_Label_2a535040-0af2-483f-adc3-a132c21e3e2b_SetDate">
    <vt:lpwstr>2023-04-28T08:37:59Z</vt:lpwstr>
  </property>
  <property fmtid="{D5CDD505-2E9C-101B-9397-08002B2CF9AE}" pid="5" name="MSIP_Label_2a535040-0af2-483f-adc3-a132c21e3e2b_Method">
    <vt:lpwstr>Standard</vt:lpwstr>
  </property>
  <property fmtid="{D5CDD505-2E9C-101B-9397-08002B2CF9AE}" pid="6" name="MSIP_Label_2a535040-0af2-483f-adc3-a132c21e3e2b_Name">
    <vt:lpwstr>EPAM_Confidential</vt:lpwstr>
  </property>
  <property fmtid="{D5CDD505-2E9C-101B-9397-08002B2CF9AE}" pid="7" name="MSIP_Label_2a535040-0af2-483f-adc3-a132c21e3e2b_SiteId">
    <vt:lpwstr>b41b72d0-4e9f-4c26-8a69-f949f367c91d</vt:lpwstr>
  </property>
  <property fmtid="{D5CDD505-2E9C-101B-9397-08002B2CF9AE}" pid="8" name="MSIP_Label_2a535040-0af2-483f-adc3-a132c21e3e2b_ActionId">
    <vt:lpwstr>0edcde04-bd8e-4ec5-a391-cfab61819e71</vt:lpwstr>
  </property>
  <property fmtid="{D5CDD505-2E9C-101B-9397-08002B2CF9AE}" pid="9" name="MSIP_Label_2a535040-0af2-483f-adc3-a132c21e3e2b_ContentBits">
    <vt:lpwstr>0</vt:lpwstr>
  </property>
  <property fmtid="{D5CDD505-2E9C-101B-9397-08002B2CF9AE}" pid="10" name="Order">
    <vt:r8>10300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_ColorHex">
    <vt:lpwstr/>
  </property>
  <property fmtid="{D5CDD505-2E9C-101B-9397-08002B2CF9AE}" pid="16" name="_Emoji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_ColorTag">
    <vt:lpwstr/>
  </property>
  <property fmtid="{D5CDD505-2E9C-101B-9397-08002B2CF9AE}" pid="21" name="TriggerFlowInfo">
    <vt:lpwstr/>
  </property>
  <property fmtid="{D5CDD505-2E9C-101B-9397-08002B2CF9AE}" pid="22" name="MediaServiceImageTags">
    <vt:lpwstr/>
  </property>
</Properties>
</file>