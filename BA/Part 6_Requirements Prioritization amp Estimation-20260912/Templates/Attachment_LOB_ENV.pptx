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1" r:id="rId5"/>
  </p:sldMasterIdLst>
  <p:notesMasterIdLst>
    <p:notesMasterId r:id="rId7"/>
  </p:notesMasterIdLst>
  <p:handoutMasterIdLst>
    <p:handoutMasterId r:id="rId8"/>
  </p:handoutMasterIdLst>
  <p:sldIdLst>
    <p:sldId id="914" r:id="rId6"/>
  </p:sldIdLst>
  <p:sldSz cx="12192000" cy="6858000"/>
  <p:notesSz cx="9309100" cy="6954838"/>
  <p:defaultTextStyle>
    <a:defPPr>
      <a:defRPr lang="en-US"/>
    </a:defPPr>
    <a:lvl1pPr marL="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auhen Dzihanau-Vnukousky" initials="ID" lastIdx="1" clrIdx="0">
    <p:extLst>
      <p:ext uri="{19B8F6BF-5375-455C-9EA6-DF929625EA0E}">
        <p15:presenceInfo xmlns:p15="http://schemas.microsoft.com/office/powerpoint/2012/main" userId="S-1-5-21-2676001572-3131771074-2776907194-86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A4A"/>
    <a:srgbClr val="F2F23C"/>
    <a:srgbClr val="A3C644"/>
    <a:srgbClr val="E3F818"/>
    <a:srgbClr val="FB053A"/>
    <a:srgbClr val="1A9CB0"/>
    <a:srgbClr val="39C2D7"/>
    <a:srgbClr val="B22746"/>
    <a:srgbClr val="7F993A"/>
    <a:srgbClr val="31C2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C733F8-DDB6-4AA5-4EDA-26628B7C552B}" v="5" dt="2023-04-27T11:43:35.138"/>
    <p1510:client id="{A70E06FF-7B3F-4AB9-9952-101D5948600C}" v="73" dt="2023-04-27T21:34:28.249"/>
    <p1510:client id="{AB094187-D890-FCD9-BA3E-64D6146548C4}" v="12" dt="2023-04-27T12:57:53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3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5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Kulyk" userId="618359ca-41a9-4d18-b1b3-33402c038619" providerId="ADAL" clId="{12F6E0F1-A4DB-4F30-8280-4147BD2BF00F}"/>
    <pc:docChg chg="delSld modSld">
      <pc:chgData name="Igor Kulyk" userId="618359ca-41a9-4d18-b1b3-33402c038619" providerId="ADAL" clId="{12F6E0F1-A4DB-4F30-8280-4147BD2BF00F}" dt="2023-04-27T21:37:07.014" v="81" actId="20577"/>
      <pc:docMkLst>
        <pc:docMk/>
      </pc:docMkLst>
      <pc:sldChg chg="del">
        <pc:chgData name="Igor Kulyk" userId="618359ca-41a9-4d18-b1b3-33402c038619" providerId="ADAL" clId="{12F6E0F1-A4DB-4F30-8280-4147BD2BF00F}" dt="2023-04-27T21:35:06.685" v="0" actId="47"/>
        <pc:sldMkLst>
          <pc:docMk/>
          <pc:sldMk cId="1586480161" sldId="913"/>
        </pc:sldMkLst>
      </pc:sldChg>
      <pc:sldChg chg="modSp mod">
        <pc:chgData name="Igor Kulyk" userId="618359ca-41a9-4d18-b1b3-33402c038619" providerId="ADAL" clId="{12F6E0F1-A4DB-4F30-8280-4147BD2BF00F}" dt="2023-04-27T21:37:07.014" v="81" actId="20577"/>
        <pc:sldMkLst>
          <pc:docMk/>
          <pc:sldMk cId="680142715" sldId="914"/>
        </pc:sldMkLst>
        <pc:spChg chg="mod">
          <ac:chgData name="Igor Kulyk" userId="618359ca-41a9-4d18-b1b3-33402c038619" providerId="ADAL" clId="{12F6E0F1-A4DB-4F30-8280-4147BD2BF00F}" dt="2023-04-27T21:35:21.953" v="10" actId="20577"/>
          <ac:spMkLst>
            <pc:docMk/>
            <pc:sldMk cId="680142715" sldId="914"/>
            <ac:spMk id="42" creationId="{17FEED98-3416-4011-883C-6E72E8630A83}"/>
          </ac:spMkLst>
        </pc:spChg>
        <pc:spChg chg="mod">
          <ac:chgData name="Igor Kulyk" userId="618359ca-41a9-4d18-b1b3-33402c038619" providerId="ADAL" clId="{12F6E0F1-A4DB-4F30-8280-4147BD2BF00F}" dt="2023-04-27T21:35:52.130" v="31" actId="20577"/>
          <ac:spMkLst>
            <pc:docMk/>
            <pc:sldMk cId="680142715" sldId="914"/>
            <ac:spMk id="46" creationId="{61045840-C589-401A-B82A-CC8335191FCD}"/>
          </ac:spMkLst>
        </pc:spChg>
        <pc:spChg chg="mod">
          <ac:chgData name="Igor Kulyk" userId="618359ca-41a9-4d18-b1b3-33402c038619" providerId="ADAL" clId="{12F6E0F1-A4DB-4F30-8280-4147BD2BF00F}" dt="2023-04-27T21:36:18.446" v="40" actId="20577"/>
          <ac:spMkLst>
            <pc:docMk/>
            <pc:sldMk cId="680142715" sldId="914"/>
            <ac:spMk id="47" creationId="{92C8A76E-C658-4B60-B59B-3323111456C1}"/>
          </ac:spMkLst>
        </pc:spChg>
        <pc:spChg chg="mod">
          <ac:chgData name="Igor Kulyk" userId="618359ca-41a9-4d18-b1b3-33402c038619" providerId="ADAL" clId="{12F6E0F1-A4DB-4F30-8280-4147BD2BF00F}" dt="2023-04-27T21:36:24.148" v="49" actId="20577"/>
          <ac:spMkLst>
            <pc:docMk/>
            <pc:sldMk cId="680142715" sldId="914"/>
            <ac:spMk id="54" creationId="{9BECD29E-85C1-483E-B601-D6BE392BF084}"/>
          </ac:spMkLst>
        </pc:spChg>
        <pc:spChg chg="mod">
          <ac:chgData name="Igor Kulyk" userId="618359ca-41a9-4d18-b1b3-33402c038619" providerId="ADAL" clId="{12F6E0F1-A4DB-4F30-8280-4147BD2BF00F}" dt="2023-04-27T21:36:48.096" v="73" actId="20577"/>
          <ac:spMkLst>
            <pc:docMk/>
            <pc:sldMk cId="680142715" sldId="914"/>
            <ac:spMk id="67" creationId="{6B79BDA3-F1D4-47AD-99BE-46D07B780227}"/>
          </ac:spMkLst>
        </pc:spChg>
        <pc:spChg chg="mod">
          <ac:chgData name="Igor Kulyk" userId="618359ca-41a9-4d18-b1b3-33402c038619" providerId="ADAL" clId="{12F6E0F1-A4DB-4F30-8280-4147BD2BF00F}" dt="2023-04-27T21:36:37.134" v="52" actId="20577"/>
          <ac:spMkLst>
            <pc:docMk/>
            <pc:sldMk cId="680142715" sldId="914"/>
            <ac:spMk id="69" creationId="{3BA80743-D9E2-6AE1-7132-9A1573F3D4E8}"/>
          </ac:spMkLst>
        </pc:spChg>
        <pc:spChg chg="mod">
          <ac:chgData name="Igor Kulyk" userId="618359ca-41a9-4d18-b1b3-33402c038619" providerId="ADAL" clId="{12F6E0F1-A4DB-4F30-8280-4147BD2BF00F}" dt="2023-04-27T21:35:58.525" v="34" actId="20577"/>
          <ac:spMkLst>
            <pc:docMk/>
            <pc:sldMk cId="680142715" sldId="914"/>
            <ac:spMk id="93" creationId="{13BCB661-D7C8-EEC3-DBFF-86DB0F8E6902}"/>
          </ac:spMkLst>
        </pc:spChg>
        <pc:spChg chg="mod">
          <ac:chgData name="Igor Kulyk" userId="618359ca-41a9-4d18-b1b3-33402c038619" providerId="ADAL" clId="{12F6E0F1-A4DB-4F30-8280-4147BD2BF00F}" dt="2023-04-27T21:37:07.014" v="81" actId="20577"/>
          <ac:spMkLst>
            <pc:docMk/>
            <pc:sldMk cId="680142715" sldId="914"/>
            <ac:spMk id="94" creationId="{627A7F21-0830-7C3A-F7C5-174975CF064F}"/>
          </ac:spMkLst>
        </pc:spChg>
      </pc:sldChg>
      <pc:sldMasterChg chg="delSldLayout">
        <pc:chgData name="Igor Kulyk" userId="618359ca-41a9-4d18-b1b3-33402c038619" providerId="ADAL" clId="{12F6E0F1-A4DB-4F30-8280-4147BD2BF00F}" dt="2023-04-27T21:35:06.685" v="0" actId="47"/>
        <pc:sldMasterMkLst>
          <pc:docMk/>
          <pc:sldMasterMk cId="2112445386" sldId="2147483681"/>
        </pc:sldMasterMkLst>
        <pc:sldLayoutChg chg="del">
          <pc:chgData name="Igor Kulyk" userId="618359ca-41a9-4d18-b1b3-33402c038619" providerId="ADAL" clId="{12F6E0F1-A4DB-4F30-8280-4147BD2BF00F}" dt="2023-04-27T21:35:06.685" v="0" actId="47"/>
          <pc:sldLayoutMkLst>
            <pc:docMk/>
            <pc:sldMasterMk cId="2112445386" sldId="2147483681"/>
            <pc:sldLayoutMk cId="149490040" sldId="214748372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033943" cy="34894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73004" y="1"/>
            <a:ext cx="4033943" cy="34894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7712EE-0E71-4ADA-B854-17B76CAF0E0D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05890"/>
            <a:ext cx="4033943" cy="3489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73004" y="6605890"/>
            <a:ext cx="4033943" cy="3489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AF06F-76DD-4A18-B9E1-B498D88CA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81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033943" cy="34894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73004" y="1"/>
            <a:ext cx="4033943" cy="34894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CA1F9-1DFA-4771-906A-5B371D089D87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8575" y="869950"/>
            <a:ext cx="4171950" cy="2346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912" y="3347016"/>
            <a:ext cx="7447279" cy="273846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605890"/>
            <a:ext cx="4033943" cy="3489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73004" y="6605890"/>
            <a:ext cx="4033943" cy="34894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C6EEB-23B5-4B25-8A20-F5272264D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8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D9FF2-2DFE-4377-B346-9A3DC42787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877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43845" y="1889832"/>
            <a:ext cx="9934225" cy="993073"/>
          </a:xfrm>
          <a:prstGeom prst="rect">
            <a:avLst/>
          </a:prstGeom>
        </p:spPr>
        <p:txBody>
          <a:bodyPr lIns="68577" tIns="0" rIns="68577" bIns="3429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5500" kern="0" cap="all" spc="-1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77423" y="3839369"/>
            <a:ext cx="3514471" cy="354711"/>
          </a:xfrm>
          <a:prstGeom prst="rect">
            <a:avLst/>
          </a:prstGeom>
          <a:solidFill>
            <a:schemeClr val="accent2"/>
          </a:solidFill>
        </p:spPr>
        <p:txBody>
          <a:bodyPr wrap="none" lIns="68577" tIns="27430" rIns="68577" bIns="3429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1900" cap="all" baseline="0">
                <a:solidFill>
                  <a:srgbClr val="FFFFFF"/>
                </a:solidFill>
                <a:latin typeface="Arial Black"/>
                <a:cs typeface="Arial Black"/>
              </a:defRPr>
            </a:lvl1pPr>
            <a:lvl2pPr marL="457167" indent="0">
              <a:buFontTx/>
              <a:buNone/>
              <a:defRPr/>
            </a:lvl2pPr>
            <a:lvl3pPr marL="914332" indent="0">
              <a:buFontTx/>
              <a:buNone/>
              <a:defRPr/>
            </a:lvl3pPr>
            <a:lvl4pPr marL="1371498" indent="0">
              <a:buFontTx/>
              <a:buNone/>
              <a:defRPr/>
            </a:lvl4pPr>
            <a:lvl5pPr marL="1828664" indent="0">
              <a:buFontTx/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880532" y="5459489"/>
            <a:ext cx="4866216" cy="373063"/>
          </a:xfrm>
          <a:prstGeom prst="rect">
            <a:avLst/>
          </a:prstGeom>
        </p:spPr>
        <p:txBody>
          <a:bodyPr lIns="68577" tIns="34290" rIns="68577" bIns="34290">
            <a:normAutofit/>
          </a:bodyPr>
          <a:lstStyle>
            <a:lvl1pPr marL="0" indent="0">
              <a:buNone/>
              <a:defRPr sz="1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MONTH DATE, YEAR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837173" y="673105"/>
            <a:ext cx="1658003" cy="610983"/>
          </a:xfrm>
          <a:prstGeom prst="rect">
            <a:avLst/>
          </a:prstGeom>
        </p:spPr>
        <p:txBody>
          <a:bodyPr vert="horz" lIns="68577" tIns="34290" rIns="68577" bIns="34290"/>
          <a:lstStyle>
            <a:lvl1pPr marL="0" indent="0" algn="ctr">
              <a:buNone/>
              <a:defRPr/>
            </a:lvl1pPr>
          </a:lstStyle>
          <a:p>
            <a:r>
              <a:rPr lang="en-US"/>
              <a:t>logo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9" hasCustomPrompt="1"/>
          </p:nvPr>
        </p:nvSpPr>
        <p:spPr>
          <a:xfrm>
            <a:off x="3048472" y="673104"/>
            <a:ext cx="1882121" cy="611841"/>
          </a:xfrm>
          <a:prstGeom prst="rect">
            <a:avLst/>
          </a:prstGeom>
        </p:spPr>
        <p:txBody>
          <a:bodyPr vert="horz" lIns="68577" tIns="34290" rIns="68577" bIns="34290"/>
          <a:lstStyle>
            <a:lvl1pPr marL="0" indent="0" algn="ctr">
              <a:buNone/>
              <a:defRPr/>
            </a:lvl1pPr>
          </a:lstStyle>
          <a:p>
            <a:r>
              <a:rPr lang="en-US"/>
              <a:t>logo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764117" y="761999"/>
            <a:ext cx="0" cy="46317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400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lIns="68577" tIns="34290" rIns="68577" bIns="3429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Background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42433" y="2075581"/>
            <a:ext cx="9213851" cy="770297"/>
          </a:xfrm>
          <a:prstGeom prst="rect">
            <a:avLst/>
          </a:prstGeom>
        </p:spPr>
        <p:txBody>
          <a:bodyPr lIns="68577" tIns="34290" rIns="68577" bIns="3429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500" spc="-20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6000">
                <a:latin typeface="Arial Black"/>
                <a:cs typeface="Arial Black"/>
              </a:defRPr>
            </a:lvl2pPr>
            <a:lvl3pPr>
              <a:defRPr sz="6000">
                <a:latin typeface="Arial Black"/>
                <a:cs typeface="Arial Black"/>
              </a:defRPr>
            </a:lvl3pPr>
            <a:lvl4pPr>
              <a:defRPr sz="6000">
                <a:latin typeface="Arial Black"/>
                <a:cs typeface="Arial Black"/>
              </a:defRPr>
            </a:lvl4pPr>
            <a:lvl5pPr>
              <a:defRPr sz="6000">
                <a:latin typeface="Arial Black"/>
                <a:cs typeface="Arial Black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880537" y="4453471"/>
            <a:ext cx="8650817" cy="361637"/>
          </a:xfrm>
          <a:prstGeom prst="rect">
            <a:avLst/>
          </a:prstGeom>
        </p:spPr>
        <p:txBody>
          <a:bodyPr lIns="68577" tIns="34290" rIns="68577" bIns="3429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9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880532" y="5459489"/>
            <a:ext cx="4866216" cy="373063"/>
          </a:xfrm>
          <a:prstGeom prst="rect">
            <a:avLst/>
          </a:prstGeom>
        </p:spPr>
        <p:txBody>
          <a:bodyPr lIns="68577" tIns="34290" rIns="68577" bIns="34290">
            <a:normAutofit/>
          </a:bodyPr>
          <a:lstStyle>
            <a:lvl1pPr marL="0" indent="0">
              <a:buNone/>
              <a:defRPr sz="19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MONTH DATE, YEAR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9" hasCustomPrompt="1"/>
          </p:nvPr>
        </p:nvSpPr>
        <p:spPr>
          <a:xfrm>
            <a:off x="837173" y="673105"/>
            <a:ext cx="1658003" cy="610983"/>
          </a:xfrm>
          <a:prstGeom prst="rect">
            <a:avLst/>
          </a:prstGeom>
        </p:spPr>
        <p:txBody>
          <a:bodyPr vert="horz" lIns="68577" tIns="34290" rIns="68577" bIns="34290"/>
          <a:lstStyle>
            <a:lvl1pPr marL="0" indent="0" algn="ctr">
              <a:buNone/>
              <a:defRPr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85974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06" tIns="34290" rIns="68577" bIns="34290" anchor="ctr" anchorCtr="0">
            <a:normAutofit/>
          </a:bodyPr>
          <a:lstStyle>
            <a:lvl1pPr marL="0" indent="0">
              <a:buNone/>
              <a:defRPr sz="27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5604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A9CB0"/>
              </a:gs>
              <a:gs pos="100000">
                <a:srgbClr val="2FC2D9"/>
              </a:gs>
            </a:gsLst>
            <a:lin ang="176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>
              <a:lnSpc>
                <a:spcPct val="85000"/>
              </a:lnSpc>
            </a:pPr>
            <a:endParaRPr lang="en-US" sz="1900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835376" y="3197413"/>
            <a:ext cx="10099325" cy="2921872"/>
          </a:xfrm>
          <a:prstGeom prst="rect">
            <a:avLst/>
          </a:prstGeom>
        </p:spPr>
        <p:txBody>
          <a:bodyPr vert="horz" lIns="68577" tIns="34290" rIns="68577" bIns="3429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450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HEADLINE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317471" y="-188043"/>
            <a:ext cx="12836976" cy="745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65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se Study (No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557532" y="1335235"/>
            <a:ext cx="1931235" cy="315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77" tIns="54861" rIns="68577" bIns="54861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3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/>
              <a:t>TITLE TO GO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-4"/>
            <a:ext cx="12192000" cy="929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sz="1900"/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411651" y="119513"/>
            <a:ext cx="8610608" cy="724867"/>
          </a:xfrm>
          <a:prstGeom prst="rect">
            <a:avLst/>
          </a:prstGeom>
        </p:spPr>
        <p:txBody>
          <a:bodyPr vert="horz" lIns="68577" tIns="0" rIns="68577" bIns="34290" rtlCol="0" anchor="ctr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client name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223912" y="328467"/>
            <a:ext cx="0" cy="274320"/>
          </a:xfrm>
          <a:prstGeom prst="line">
            <a:avLst/>
          </a:prstGeom>
          <a:ln w="63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2192000" y="943721"/>
            <a:ext cx="0" cy="5598499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2"/>
          <p:cNvSpPr>
            <a:spLocks noGrp="1"/>
          </p:cNvSpPr>
          <p:nvPr>
            <p:ph sz="quarter" idx="10" hasCustomPrompt="1"/>
          </p:nvPr>
        </p:nvSpPr>
        <p:spPr>
          <a:xfrm>
            <a:off x="484716" y="1776413"/>
            <a:ext cx="5242560" cy="3657600"/>
          </a:xfrm>
          <a:prstGeom prst="rect">
            <a:avLst/>
          </a:prstGeom>
        </p:spPr>
        <p:txBody>
          <a:bodyPr lIns="68577" tIns="34290" rIns="68577" bIns="3429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300"/>
              </a:spcAft>
              <a:buNone/>
              <a:defRPr sz="19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>
                <a:solidFill>
                  <a:srgbClr val="444444"/>
                </a:solidFill>
              </a:rPr>
              <a:t>Click to add text - Lorem </a:t>
            </a:r>
            <a:r>
              <a:rPr lang="en-US" err="1">
                <a:solidFill>
                  <a:srgbClr val="444444"/>
                </a:solidFill>
              </a:rPr>
              <a:t>ipsum</a:t>
            </a:r>
            <a:r>
              <a:rPr lang="en-US">
                <a:solidFill>
                  <a:srgbClr val="444444"/>
                </a:solidFill>
              </a:rPr>
              <a:t> dolor sit </a:t>
            </a:r>
            <a:r>
              <a:rPr lang="en-US" err="1">
                <a:solidFill>
                  <a:srgbClr val="444444"/>
                </a:solidFill>
              </a:rPr>
              <a:t>amet</a:t>
            </a:r>
            <a:r>
              <a:rPr lang="en-US">
                <a:solidFill>
                  <a:srgbClr val="444444"/>
                </a:solidFill>
              </a:rPr>
              <a:t>, </a:t>
            </a:r>
            <a:r>
              <a:rPr lang="en-US" err="1">
                <a:solidFill>
                  <a:srgbClr val="444444"/>
                </a:solidFill>
              </a:rPr>
              <a:t>consectetur</a:t>
            </a:r>
            <a:r>
              <a:rPr lang="en-US">
                <a:solidFill>
                  <a:srgbClr val="444444"/>
                </a:solidFill>
              </a:rPr>
              <a:t> adipiscing </a:t>
            </a:r>
            <a:r>
              <a:rPr lang="en-US" err="1">
                <a:solidFill>
                  <a:srgbClr val="444444"/>
                </a:solidFill>
              </a:rPr>
              <a:t>elit</a:t>
            </a:r>
            <a:r>
              <a:rPr lang="en-US">
                <a:solidFill>
                  <a:srgbClr val="444444"/>
                </a:solidFill>
              </a:rPr>
              <a:t>. </a:t>
            </a:r>
            <a:r>
              <a:rPr lang="en-US" err="1">
                <a:solidFill>
                  <a:srgbClr val="444444"/>
                </a:solidFill>
              </a:rPr>
              <a:t>Ut</a:t>
            </a:r>
            <a:r>
              <a:rPr lang="en-US">
                <a:solidFill>
                  <a:srgbClr val="444444"/>
                </a:solidFill>
              </a:rPr>
              <a:t> vitae </a:t>
            </a:r>
            <a:r>
              <a:rPr lang="en-US" err="1">
                <a:solidFill>
                  <a:srgbClr val="444444"/>
                </a:solidFill>
              </a:rPr>
              <a:t>laoreet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mauris</a:t>
            </a:r>
            <a:r>
              <a:rPr lang="en-US">
                <a:solidFill>
                  <a:srgbClr val="444444"/>
                </a:solidFill>
              </a:rPr>
              <a:t>. </a:t>
            </a:r>
            <a:r>
              <a:rPr lang="en-US" err="1">
                <a:solidFill>
                  <a:srgbClr val="444444"/>
                </a:solidFill>
              </a:rPr>
              <a:t>Sed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eleifend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lorem</a:t>
            </a:r>
            <a:r>
              <a:rPr lang="en-US">
                <a:solidFill>
                  <a:srgbClr val="444444"/>
                </a:solidFill>
              </a:rPr>
              <a:t> a </a:t>
            </a:r>
            <a:r>
              <a:rPr lang="en-US" err="1">
                <a:solidFill>
                  <a:srgbClr val="444444"/>
                </a:solidFill>
              </a:rPr>
              <a:t>purus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tincidunt</a:t>
            </a:r>
            <a:r>
              <a:rPr lang="en-US">
                <a:solidFill>
                  <a:srgbClr val="444444"/>
                </a:solidFill>
              </a:rPr>
              <a:t>, a </a:t>
            </a:r>
            <a:r>
              <a:rPr lang="en-US" err="1">
                <a:solidFill>
                  <a:srgbClr val="444444"/>
                </a:solidFill>
              </a:rPr>
              <a:t>malesuada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mauris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bibendum</a:t>
            </a:r>
            <a:r>
              <a:rPr lang="en-US">
                <a:solidFill>
                  <a:srgbClr val="444444"/>
                </a:solidFill>
              </a:rPr>
              <a:t>. </a:t>
            </a:r>
            <a:r>
              <a:rPr lang="en-US" err="1">
                <a:solidFill>
                  <a:srgbClr val="444444"/>
                </a:solidFill>
              </a:rPr>
              <a:t>Praesent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bibendum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justo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nec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metus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auctor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volutpat</a:t>
            </a:r>
            <a:r>
              <a:rPr lang="en-US">
                <a:solidFill>
                  <a:srgbClr val="444444"/>
                </a:solidFill>
              </a:rPr>
              <a:t>. </a:t>
            </a:r>
            <a:r>
              <a:rPr lang="en-US" err="1">
                <a:solidFill>
                  <a:srgbClr val="444444"/>
                </a:solidFill>
              </a:rPr>
              <a:t>Morbi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malesuada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mattis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eros</a:t>
            </a:r>
            <a:r>
              <a:rPr lang="en-US">
                <a:solidFill>
                  <a:srgbClr val="444444"/>
                </a:solidFill>
              </a:rPr>
              <a:t>, adipiscing </a:t>
            </a:r>
            <a:r>
              <a:rPr lang="en-US" err="1">
                <a:solidFill>
                  <a:srgbClr val="444444"/>
                </a:solidFill>
              </a:rPr>
              <a:t>tempor</a:t>
            </a:r>
            <a:r>
              <a:rPr lang="en-US">
                <a:solidFill>
                  <a:srgbClr val="444444"/>
                </a:solidFill>
              </a:rPr>
              <a:t> </a:t>
            </a:r>
            <a:r>
              <a:rPr lang="en-US" err="1">
                <a:solidFill>
                  <a:srgbClr val="444444"/>
                </a:solidFill>
              </a:rPr>
              <a:t>lorem</a:t>
            </a:r>
            <a:r>
              <a:rPr lang="en-US">
                <a:solidFill>
                  <a:srgbClr val="444444"/>
                </a:solidFill>
              </a:rPr>
              <a:t>.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343069" y="202673"/>
            <a:ext cx="1648295" cy="542395"/>
          </a:xfrm>
          <a:prstGeom prst="rect">
            <a:avLst/>
          </a:prstGeom>
        </p:spPr>
        <p:txBody>
          <a:bodyPr lIns="68577" tIns="34290" rIns="68577" bIns="34290">
            <a:normAutofit/>
          </a:bodyPr>
          <a:lstStyle>
            <a:lvl1pPr marL="0" indent="0">
              <a:buNone/>
              <a:defRPr sz="1200" baseline="0"/>
            </a:lvl1pPr>
          </a:lstStyle>
          <a:p>
            <a:r>
              <a:rPr lang="en-US"/>
              <a:t>Insert logo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422621" y="1335235"/>
            <a:ext cx="1931235" cy="315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77" tIns="54861" rIns="68577" bIns="54861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3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/>
              <a:t>TITLE TO GO HERE</a:t>
            </a:r>
          </a:p>
        </p:txBody>
      </p:sp>
      <p:sp>
        <p:nvSpPr>
          <p:cNvPr id="19" name="Content Placeholder 22"/>
          <p:cNvSpPr>
            <a:spLocks noGrp="1"/>
          </p:cNvSpPr>
          <p:nvPr>
            <p:ph sz="quarter" idx="17" hasCustomPrompt="1"/>
          </p:nvPr>
        </p:nvSpPr>
        <p:spPr>
          <a:xfrm>
            <a:off x="6349807" y="1776413"/>
            <a:ext cx="5242560" cy="3657600"/>
          </a:xfrm>
          <a:prstGeom prst="rect">
            <a:avLst/>
          </a:prstGeom>
        </p:spPr>
        <p:txBody>
          <a:bodyPr lIns="68577" tIns="34290" rIns="68577" bIns="34290">
            <a:noAutofit/>
          </a:bodyPr>
          <a:lstStyle>
            <a:lvl1pPr marL="170676" marR="0" indent="-170676" algn="l" defTabSz="45716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900" baseline="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/>
              <a:t>Click to add bulleted list</a:t>
            </a:r>
          </a:p>
          <a:p>
            <a:pPr lvl="0"/>
            <a:r>
              <a:rPr lang="en-US"/>
              <a:t>Click to add bulleted list</a:t>
            </a:r>
          </a:p>
          <a:p>
            <a:pPr lvl="0"/>
            <a:r>
              <a:rPr lang="en-US"/>
              <a:t>Click to add bulleted list</a:t>
            </a:r>
          </a:p>
          <a:p>
            <a:pPr lvl="0"/>
            <a:r>
              <a:rPr lang="en-US"/>
              <a:t>Click to add bulleted list</a:t>
            </a:r>
          </a:p>
        </p:txBody>
      </p:sp>
    </p:spTree>
    <p:extLst>
      <p:ext uri="{BB962C8B-B14F-4D97-AF65-F5344CB8AC3E}">
        <p14:creationId xmlns:p14="http://schemas.microsoft.com/office/powerpoint/2010/main" val="2639411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68577" tIns="34290" rIns="68577" bIns="34290"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Insert Case Study 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49741"/>
            <a:ext cx="12192000" cy="5082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sz="190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06" tIns="34290" rIns="68577" bIns="34290" anchor="ctr" anchorCtr="0">
            <a:normAutofit/>
          </a:bodyPr>
          <a:lstStyle>
            <a:lvl1pPr marL="0" indent="0">
              <a:buNone/>
              <a:defRPr sz="27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/>
              <a:t>CLIENT NAME</a:t>
            </a:r>
          </a:p>
        </p:txBody>
      </p:sp>
    </p:spTree>
    <p:extLst>
      <p:ext uri="{BB962C8B-B14F-4D97-AF65-F5344CB8AC3E}">
        <p14:creationId xmlns:p14="http://schemas.microsoft.com/office/powerpoint/2010/main" val="3103880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246582" y="753155"/>
            <a:ext cx="11733087" cy="5544904"/>
          </a:xfrm>
          <a:prstGeom prst="rect">
            <a:avLst/>
          </a:prstGeom>
        </p:spPr>
        <p:txBody>
          <a:bodyPr vert="horz" lIns="68577" tIns="34290" rIns="68577" bIns="34290" rtlCol="0">
            <a:normAutofit/>
          </a:bodyPr>
          <a:lstStyle>
            <a:lvl1pPr marL="173724" marR="0" indent="-173724" algn="l" defTabSz="457167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900" baseline="0">
                <a:solidFill>
                  <a:schemeClr val="tx1"/>
                </a:solidFill>
              </a:defRPr>
            </a:lvl1pPr>
            <a:lvl2pPr marL="742895" indent="-285730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Lucida Grande"/>
              <a:buChar char="–"/>
              <a:defRPr sz="1600" baseline="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sz="1500" baseline="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bulleted list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0"/>
            <a:r>
              <a:rPr lang="en-US"/>
              <a:t>Click to add bulleted list</a:t>
            </a:r>
          </a:p>
          <a:p>
            <a:pPr lvl="0"/>
            <a:r>
              <a:rPr lang="en-US"/>
              <a:t>Click to add bulleted list</a:t>
            </a:r>
          </a:p>
          <a:p>
            <a:pPr lvl="0"/>
            <a:r>
              <a:rPr lang="en-US"/>
              <a:t>Click to add bulleted list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0" y="1"/>
            <a:ext cx="12192000" cy="642579"/>
          </a:xfrm>
          <a:prstGeom prst="rect">
            <a:avLst/>
          </a:prstGeom>
          <a:solidFill>
            <a:schemeClr val="tx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anchor="ctr">
            <a:normAutofit/>
          </a:bodyPr>
          <a:lstStyle>
            <a:lvl1pPr marL="0" indent="0">
              <a:buNone/>
              <a:defRPr lang="en-US" sz="2700" kern="1200" baseline="0" dirty="0">
                <a:solidFill>
                  <a:schemeClr val="bg1"/>
                </a:solidFill>
                <a:latin typeface="Arial Black"/>
                <a:ea typeface="+mn-ea"/>
                <a:cs typeface="Arial Black"/>
              </a:defRPr>
            </a:lvl1pPr>
          </a:lstStyle>
          <a:p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5" name="Picture 4" descr="Hybris CC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029"/>
          <a:stretch/>
        </p:blipFill>
        <p:spPr>
          <a:xfrm>
            <a:off x="11085479" y="110578"/>
            <a:ext cx="957327" cy="45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02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88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7AA90C-EC64-4362-ACF3-20154AB8C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/>
          <a:lstStyle/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DB50FA-0474-4434-A968-48DCFC0700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10"/>
          <a:stretch/>
        </p:blipFill>
        <p:spPr>
          <a:xfrm>
            <a:off x="1" y="1"/>
            <a:ext cx="12192001" cy="69176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857D91D-C7B6-49CE-90BA-D62FD525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8621" y="1883222"/>
            <a:ext cx="5754624" cy="1313180"/>
          </a:xfrm>
        </p:spPr>
        <p:txBody>
          <a:bodyPr/>
          <a:lstStyle>
            <a:lvl1pPr>
              <a:defRPr sz="4267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Please add 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3939C0-1AFC-404F-A99E-480FB7B95C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8621" y="4066329"/>
            <a:ext cx="5754624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6C1CB0-16E9-4ECC-9D90-37E7FD3F80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728941" y="681708"/>
            <a:ext cx="1188379" cy="421377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152CE1E-25A2-4071-AC90-56E8A3FE74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622" y="5073393"/>
            <a:ext cx="1991036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buNone/>
              <a:defRPr sz="1600" i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r>
              <a:rPr lang="en-US"/>
              <a:t>Date or venue</a:t>
            </a:r>
          </a:p>
        </p:txBody>
      </p:sp>
    </p:spTree>
    <p:extLst>
      <p:ext uri="{BB962C8B-B14F-4D97-AF65-F5344CB8AC3E}">
        <p14:creationId xmlns:p14="http://schemas.microsoft.com/office/powerpoint/2010/main" val="4113576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COV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183740-7D08-4BBC-99BE-4AE1E27FA8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>
              <a:ln>
                <a:noFill/>
              </a:ln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0" t="7" r="51588" b="-7"/>
          <a:stretch/>
        </p:blipFill>
        <p:spPr>
          <a:xfrm>
            <a:off x="7102680" y="0"/>
            <a:ext cx="5089321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857D91D-C7B6-49CE-90BA-D62FD525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8621" y="1883222"/>
            <a:ext cx="5754624" cy="1313180"/>
          </a:xfrm>
        </p:spPr>
        <p:txBody>
          <a:bodyPr/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3939C0-1AFC-404F-A99E-480FB7B95C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8621" y="4066329"/>
            <a:ext cx="5754624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6C1CB0-16E9-4ECC-9D90-37E7FD3F80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728941" y="681708"/>
            <a:ext cx="1188379" cy="421377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152CE1E-25A2-4071-AC90-56E8A3FE74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622" y="5073393"/>
            <a:ext cx="1991036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buNone/>
              <a:defRPr sz="1600" i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r>
              <a:rPr lang="en-US"/>
              <a:t>Date or venue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56ABCC7-43A7-4B84-B9AB-B27270A02D21}"/>
              </a:ext>
            </a:extLst>
          </p:cNvPr>
          <p:cNvSpPr txBox="1">
            <a:spLocks/>
          </p:cNvSpPr>
          <p:nvPr userDrawn="1"/>
        </p:nvSpPr>
        <p:spPr>
          <a:xfrm>
            <a:off x="6765068" y="0"/>
            <a:ext cx="707136" cy="6858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00" b="1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133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561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Cover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FD261E-F7DA-4C55-9142-5E8444BDE5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7112000" y="0"/>
            <a:ext cx="5080000" cy="685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/>
              <a:t>Please add cover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765068" y="0"/>
            <a:ext cx="707136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8D03FE8-3D79-4275-87DA-219EF786F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8621" y="1883222"/>
            <a:ext cx="5754624" cy="1313180"/>
          </a:xfrm>
        </p:spPr>
        <p:txBody>
          <a:bodyPr/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8727F2A-C901-4CDA-94BA-8EF84E8172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621" y="4066329"/>
            <a:ext cx="5754624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4360C63-B08B-4AF1-AD2F-54076C4D2E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728941" y="681708"/>
            <a:ext cx="1188379" cy="421377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C44F3E7F-7D91-4EE5-8DA3-E639949971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8622" y="5073393"/>
            <a:ext cx="1991036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buNone/>
              <a:defRPr sz="1600" i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r>
              <a:rPr lang="en-US"/>
              <a:t>Date or venue</a:t>
            </a:r>
          </a:p>
        </p:txBody>
      </p:sp>
    </p:spTree>
    <p:extLst>
      <p:ext uri="{BB962C8B-B14F-4D97-AF65-F5344CB8AC3E}">
        <p14:creationId xmlns:p14="http://schemas.microsoft.com/office/powerpoint/2010/main" val="2351728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Cover_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FD261E-F7DA-4C55-9142-5E8444BDE5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7112000" y="0"/>
            <a:ext cx="5080000" cy="685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/>
              <a:t>Please add cover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765068" y="0"/>
            <a:ext cx="707136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8D03FE8-3D79-4275-87DA-219EF786F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8621" y="1883222"/>
            <a:ext cx="5754624" cy="1313180"/>
          </a:xfrm>
        </p:spPr>
        <p:txBody>
          <a:bodyPr/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US"/>
              <a:t>Please add 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8727F2A-C901-4CDA-94BA-8EF84E8172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621" y="4066329"/>
            <a:ext cx="5754624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Please add subtitle here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4360C63-B08B-4AF1-AD2F-54076C4D2E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728941" y="681708"/>
            <a:ext cx="1188379" cy="421377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C44F3E7F-7D91-4EE5-8DA3-E639949971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8622" y="5073393"/>
            <a:ext cx="1991036" cy="41857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>
              <a:buNone/>
              <a:defRPr sz="1600" i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r>
              <a:rPr lang="en-US"/>
              <a:t>Date or venue</a:t>
            </a:r>
          </a:p>
        </p:txBody>
      </p:sp>
    </p:spTree>
    <p:extLst>
      <p:ext uri="{BB962C8B-B14F-4D97-AF65-F5344CB8AC3E}">
        <p14:creationId xmlns:p14="http://schemas.microsoft.com/office/powerpoint/2010/main" val="3687144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7112000" y="0"/>
            <a:ext cx="5080000" cy="68580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133"/>
            </a:lvl1pPr>
          </a:lstStyle>
          <a:p>
            <a:r>
              <a:rPr lang="en-US"/>
              <a:t>Please add picture here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487" y="300785"/>
            <a:ext cx="5920315" cy="410369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headline here</a:t>
            </a:r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68526" tIns="34289" rIns="68526" bIns="34289" rtlCol="0" anchor="ctr">
            <a:noAutofit/>
          </a:bodyPr>
          <a:lstStyle>
            <a:lvl1pPr>
              <a:defRPr lang="en-US" sz="1067" kern="0" spc="20" smtClean="0">
                <a:solidFill>
                  <a:schemeClr val="tx2"/>
                </a:solidFill>
                <a:cs typeface="Trebuchet MS"/>
              </a:defRPr>
            </a:lvl1pPr>
          </a:lstStyle>
          <a:p>
            <a:pPr algn="r" defTabSz="456711"/>
            <a:fld id="{04825EE3-D40C-4F67-95F2-2B3AD93195DA}" type="slidenum">
              <a:rPr lang="en-US" smtClean="0"/>
              <a:pPr algn="r" defTabSz="456711"/>
              <a:t>‹#›</a:t>
            </a:fld>
            <a:endParaRPr lang="en-US"/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76251" y="1456655"/>
            <a:ext cx="475488" cy="475488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867" b="1">
                <a:solidFill>
                  <a:schemeClr val="accent2"/>
                </a:solidFill>
                <a:latin typeface="+mj-lt"/>
              </a:defRPr>
            </a:lvl1pPr>
            <a:lvl2pPr marL="609585" indent="0">
              <a:buNone/>
              <a:defRPr>
                <a:latin typeface="+mj-lt"/>
              </a:defRPr>
            </a:lvl2pPr>
            <a:lvl3pPr marL="1219170" indent="0">
              <a:buNone/>
              <a:defRPr>
                <a:latin typeface="+mj-lt"/>
              </a:defRPr>
            </a:lvl3pPr>
            <a:lvl4pPr marL="1828754" indent="0">
              <a:buNone/>
              <a:defRPr>
                <a:latin typeface="+mj-lt"/>
              </a:defRPr>
            </a:lvl4pPr>
            <a:lvl5pPr marL="2438339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947963" y="1456655"/>
            <a:ext cx="5452837" cy="475488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sz="1467" b="1" i="0" cap="all" spc="267" baseline="0">
                <a:latin typeface="+mn-lt"/>
              </a:defRPr>
            </a:lvl1pPr>
            <a:lvl5pPr marL="2819330" indent="-38099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one title here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76251" y="5493512"/>
            <a:ext cx="475488" cy="475488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867" b="1">
                <a:solidFill>
                  <a:schemeClr val="accent2"/>
                </a:solidFill>
                <a:latin typeface="+mj-lt"/>
              </a:defRPr>
            </a:lvl1pPr>
            <a:lvl2pPr marL="609585" indent="0">
              <a:buNone/>
              <a:defRPr>
                <a:latin typeface="+mj-lt"/>
              </a:defRPr>
            </a:lvl2pPr>
            <a:lvl3pPr marL="1219170" indent="0">
              <a:buNone/>
              <a:defRPr>
                <a:latin typeface="+mj-lt"/>
              </a:defRPr>
            </a:lvl3pPr>
            <a:lvl4pPr marL="1828754" indent="0">
              <a:buNone/>
              <a:defRPr>
                <a:latin typeface="+mj-lt"/>
              </a:defRPr>
            </a:lvl4pPr>
            <a:lvl5pPr marL="2438339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476251" y="2264027"/>
            <a:ext cx="475488" cy="475488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867" b="1">
                <a:solidFill>
                  <a:schemeClr val="accent2"/>
                </a:solidFill>
                <a:latin typeface="+mj-lt"/>
              </a:defRPr>
            </a:lvl1pPr>
            <a:lvl2pPr marL="609585" indent="0">
              <a:buNone/>
              <a:defRPr>
                <a:latin typeface="+mj-lt"/>
              </a:defRPr>
            </a:lvl2pPr>
            <a:lvl3pPr marL="1219170" indent="0">
              <a:buNone/>
              <a:defRPr>
                <a:latin typeface="+mj-lt"/>
              </a:defRPr>
            </a:lvl3pPr>
            <a:lvl4pPr marL="1828754" indent="0">
              <a:buNone/>
              <a:defRPr>
                <a:latin typeface="+mj-lt"/>
              </a:defRPr>
            </a:lvl4pPr>
            <a:lvl5pPr marL="2438339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1" y="3071399"/>
            <a:ext cx="475488" cy="475488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867" b="1">
                <a:solidFill>
                  <a:schemeClr val="accent2"/>
                </a:solidFill>
                <a:latin typeface="+mj-lt"/>
              </a:defRPr>
            </a:lvl1pPr>
            <a:lvl2pPr marL="609585" indent="0">
              <a:buNone/>
              <a:defRPr>
                <a:latin typeface="+mj-lt"/>
              </a:defRPr>
            </a:lvl2pPr>
            <a:lvl3pPr marL="1219170" indent="0">
              <a:buNone/>
              <a:defRPr>
                <a:latin typeface="+mj-lt"/>
              </a:defRPr>
            </a:lvl3pPr>
            <a:lvl4pPr marL="1828754" indent="0">
              <a:buNone/>
              <a:defRPr>
                <a:latin typeface="+mj-lt"/>
              </a:defRPr>
            </a:lvl4pPr>
            <a:lvl5pPr marL="2438339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476251" y="3878771"/>
            <a:ext cx="475488" cy="475488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867" b="1">
                <a:solidFill>
                  <a:schemeClr val="accent2"/>
                </a:solidFill>
                <a:latin typeface="+mj-lt"/>
              </a:defRPr>
            </a:lvl1pPr>
            <a:lvl2pPr marL="609585" indent="0">
              <a:buNone/>
              <a:defRPr>
                <a:latin typeface="+mj-lt"/>
              </a:defRPr>
            </a:lvl2pPr>
            <a:lvl3pPr marL="1219170" indent="0">
              <a:buNone/>
              <a:defRPr>
                <a:latin typeface="+mj-lt"/>
              </a:defRPr>
            </a:lvl3pPr>
            <a:lvl4pPr marL="1828754" indent="0">
              <a:buNone/>
              <a:defRPr>
                <a:latin typeface="+mj-lt"/>
              </a:defRPr>
            </a:lvl4pPr>
            <a:lvl5pPr marL="2438339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476251" y="4686143"/>
            <a:ext cx="475488" cy="475488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867" b="1">
                <a:solidFill>
                  <a:schemeClr val="accent2"/>
                </a:solidFill>
                <a:latin typeface="+mj-lt"/>
              </a:defRPr>
            </a:lvl1pPr>
            <a:lvl2pPr marL="609585" indent="0">
              <a:buNone/>
              <a:defRPr>
                <a:latin typeface="+mj-lt"/>
              </a:defRPr>
            </a:lvl2pPr>
            <a:lvl3pPr marL="1219170" indent="0">
              <a:buNone/>
              <a:defRPr>
                <a:latin typeface="+mj-lt"/>
              </a:defRPr>
            </a:lvl3pPr>
            <a:lvl4pPr marL="1828754" indent="0">
              <a:buNone/>
              <a:defRPr>
                <a:latin typeface="+mj-lt"/>
              </a:defRPr>
            </a:lvl4pPr>
            <a:lvl5pPr marL="2438339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947963" y="2263477"/>
            <a:ext cx="5452837" cy="475488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sz="1467" b="1" i="0" cap="all" spc="267" baseline="0">
                <a:latin typeface="+mn-lt"/>
              </a:defRPr>
            </a:lvl1pPr>
            <a:lvl5pPr marL="2819330" indent="-38099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TWO title here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947963" y="3070300"/>
            <a:ext cx="5452837" cy="475488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sz="1467" b="1" i="0" cap="all" spc="267" baseline="0">
                <a:latin typeface="+mn-lt"/>
              </a:defRPr>
            </a:lvl1pPr>
            <a:lvl5pPr marL="2819330" indent="-38099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Please put section THREE title here</a:t>
            </a:r>
          </a:p>
        </p:txBody>
      </p:sp>
      <p:sp>
        <p:nvSpPr>
          <p:cNvPr id="37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947963" y="3877123"/>
            <a:ext cx="5452837" cy="475488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sz="1467" b="1" i="0" cap="all" spc="267" baseline="0">
                <a:latin typeface="+mn-lt"/>
              </a:defRPr>
            </a:lvl1pPr>
            <a:lvl5pPr marL="2819330" indent="-38099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…</a:t>
            </a:r>
          </a:p>
        </p:txBody>
      </p:sp>
      <p:sp>
        <p:nvSpPr>
          <p:cNvPr id="38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947963" y="4683945"/>
            <a:ext cx="5452837" cy="475488"/>
          </a:xfrm>
          <a:ln w="19050">
            <a:solidFill>
              <a:srgbClr val="F5F5F5"/>
            </a:solidFill>
          </a:ln>
        </p:spPr>
        <p:txBody>
          <a:bodyPr lIns="108000" anchor="ctr">
            <a:normAutofit/>
          </a:bodyPr>
          <a:lstStyle>
            <a:lvl1pPr marL="0" indent="0">
              <a:buNone/>
              <a:defRPr sz="1467" b="1" i="0" cap="all" spc="267" baseline="0">
                <a:latin typeface="+mn-lt"/>
              </a:defRPr>
            </a:lvl1pPr>
            <a:lvl5pPr marL="2819330" indent="-38099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And delete</a:t>
            </a:r>
          </a:p>
        </p:txBody>
      </p:sp>
      <p:sp>
        <p:nvSpPr>
          <p:cNvPr id="39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947963" y="5490769"/>
            <a:ext cx="5452837" cy="475488"/>
          </a:xfrm>
          <a:ln w="19050">
            <a:solidFill>
              <a:srgbClr val="F5F5F5"/>
            </a:solidFill>
          </a:ln>
        </p:spPr>
        <p:txBody>
          <a:bodyPr lIns="108000" anchor="ctr">
            <a:normAutofit/>
          </a:bodyPr>
          <a:lstStyle>
            <a:lvl1pPr marL="0" indent="0">
              <a:buNone/>
              <a:defRPr sz="1467" b="1" i="0" cap="all" spc="267" baseline="0">
                <a:latin typeface="+mn-lt"/>
              </a:defRPr>
            </a:lvl1pPr>
            <a:lvl5pPr marL="2819330" indent="-38099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The extras</a:t>
            </a:r>
          </a:p>
        </p:txBody>
      </p:sp>
    </p:spTree>
    <p:extLst>
      <p:ext uri="{BB962C8B-B14F-4D97-AF65-F5344CB8AC3E}">
        <p14:creationId xmlns:p14="http://schemas.microsoft.com/office/powerpoint/2010/main" val="3738748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AGENDA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2EB67F5-C7A3-4F3B-8A34-5C6E35D79B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12000" y="0"/>
            <a:ext cx="5080000" cy="68580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487" y="300785"/>
            <a:ext cx="5920315" cy="410369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headline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68526" tIns="34289" rIns="68526" bIns="34289" rtlCol="0" anchor="ctr">
            <a:noAutofit/>
          </a:bodyPr>
          <a:lstStyle>
            <a:lvl1pPr>
              <a:defRPr lang="en-US" sz="1067" kern="0" spc="20" smtClean="0">
                <a:solidFill>
                  <a:schemeClr val="tx2"/>
                </a:solidFill>
                <a:cs typeface="Trebuchet MS"/>
              </a:defRPr>
            </a:lvl1pPr>
          </a:lstStyle>
          <a:p>
            <a:pPr algn="r" defTabSz="456711"/>
            <a:fld id="{04825EE3-D40C-4F67-95F2-2B3AD93195DA}" type="slidenum">
              <a:rPr lang="en-US" smtClean="0"/>
              <a:pPr algn="r" defTabSz="45671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6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614558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Title_An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E9595-695B-4CF6-87C8-F738114B66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>
            <a:normAutofit/>
          </a:bodyPr>
          <a:lstStyle>
            <a:lvl1pPr>
              <a:defRPr sz="1867"/>
            </a:lvl1pPr>
            <a:lvl2pPr marL="0" indent="0">
              <a:buNone/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55786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headline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EE86E37-104E-4AC8-979C-19F5930923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5915" y="778899"/>
            <a:ext cx="11219836" cy="27734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buNone/>
              <a:defRPr sz="2133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396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Case Stu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C22DCC-F9B2-478B-B3D4-71FB4CA9C0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2800" y="0"/>
            <a:ext cx="7569200" cy="6858000"/>
          </a:xfrm>
          <a:prstGeom prst="rect">
            <a:avLst/>
          </a:prstGeom>
        </p:spPr>
        <p:txBody>
          <a:bodyPr tIns="91440" bIns="1097280" anchor="ctr" anchorCtr="0"/>
          <a:lstStyle>
            <a:lvl1pPr marL="0" indent="0" algn="ctr">
              <a:buNone/>
              <a:defRPr sz="2133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488" y="305065"/>
            <a:ext cx="3661827" cy="82073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68526" tIns="34289" rIns="68526" bIns="34289" rtlCol="0" anchor="ctr">
            <a:noAutofit/>
          </a:bodyPr>
          <a:lstStyle>
            <a:lvl1pPr>
              <a:defRPr lang="en-US" sz="1067" kern="0" spc="20" smtClean="0">
                <a:solidFill>
                  <a:schemeClr val="tx2"/>
                </a:solidFill>
                <a:cs typeface="Trebuchet MS"/>
              </a:defRPr>
            </a:lvl1pPr>
          </a:lstStyle>
          <a:p>
            <a:pPr algn="r" defTabSz="456711"/>
            <a:fld id="{04825EE3-D40C-4F67-95F2-2B3AD93195DA}" type="slidenum">
              <a:rPr lang="en-US" smtClean="0"/>
              <a:pPr algn="r" defTabSz="45671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70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8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Case Study_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C22DCC-F9B2-478B-B3D4-71FB4CA9C0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2800" y="0"/>
            <a:ext cx="7569200" cy="6858000"/>
          </a:xfrm>
          <a:prstGeom prst="rect">
            <a:avLst/>
          </a:prstGeom>
        </p:spPr>
        <p:txBody>
          <a:bodyPr tIns="91440" bIns="1097280" anchor="ctr" anchorCtr="0"/>
          <a:lstStyle>
            <a:lvl1pPr marL="0" indent="0" algn="ctr">
              <a:buNone/>
              <a:defRPr sz="2133"/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C50546-BF6F-4690-853F-D13B56756D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88" y="723842"/>
            <a:ext cx="3661827" cy="82073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68526" tIns="34289" rIns="68526" bIns="34289" rtlCol="0" anchor="ctr">
            <a:noAutofit/>
          </a:bodyPr>
          <a:lstStyle>
            <a:lvl1pPr>
              <a:defRPr lang="en-US" sz="1067" kern="0" spc="20" smtClean="0">
                <a:solidFill>
                  <a:schemeClr val="tx2"/>
                </a:solidFill>
                <a:cs typeface="Trebuchet MS"/>
              </a:defRPr>
            </a:lvl1pPr>
          </a:lstStyle>
          <a:p>
            <a:pPr algn="r" defTabSz="456711"/>
            <a:fld id="{04825EE3-D40C-4F67-95F2-2B3AD93195DA}" type="slidenum">
              <a:rPr lang="en-US" smtClean="0"/>
              <a:pPr algn="r" defTabSz="45671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61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8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Case Stud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C22DCC-F9B2-478B-B3D4-71FB4CA9C0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569200" cy="6858000"/>
          </a:xfrm>
          <a:prstGeom prst="rect">
            <a:avLst/>
          </a:prstGeom>
        </p:spPr>
        <p:txBody>
          <a:bodyPr tIns="91440" bIns="1097280" anchor="ctr" anchorCtr="0"/>
          <a:lstStyle>
            <a:lvl1pPr>
              <a:defRPr lang="en-US" sz="2133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49687" y="305065"/>
            <a:ext cx="3666064" cy="82073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68526" tIns="34289" rIns="68526" bIns="34289" rtlCol="0" anchor="ctr">
            <a:noAutofit/>
          </a:bodyPr>
          <a:lstStyle>
            <a:lvl1pPr>
              <a:defRPr lang="en-US" sz="1067" kern="0" spc="20" smtClean="0">
                <a:solidFill>
                  <a:schemeClr val="tx2"/>
                </a:solidFill>
                <a:cs typeface="Trebuchet MS"/>
              </a:defRPr>
            </a:lvl1pPr>
          </a:lstStyle>
          <a:p>
            <a:pPr algn="r" defTabSz="456711"/>
            <a:fld id="{04825EE3-D40C-4F67-95F2-2B3AD93195DA}" type="slidenum">
              <a:rPr lang="en-US" smtClean="0"/>
              <a:pPr algn="r" defTabSz="45671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06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7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Case Study_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C22DCC-F9B2-478B-B3D4-71FB4CA9C0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569200" cy="6858000"/>
          </a:xfrm>
          <a:prstGeom prst="rect">
            <a:avLst/>
          </a:prstGeom>
        </p:spPr>
        <p:txBody>
          <a:bodyPr tIns="91440" bIns="1097280" anchor="ctr" anchorCtr="0"/>
          <a:lstStyle>
            <a:lvl1pPr>
              <a:defRPr lang="en-US" sz="2133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49687" y="723901"/>
            <a:ext cx="3666064" cy="82073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</p:spTree>
    <p:extLst>
      <p:ext uri="{BB962C8B-B14F-4D97-AF65-F5344CB8AC3E}">
        <p14:creationId xmlns:p14="http://schemas.microsoft.com/office/powerpoint/2010/main" val="967603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7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Case Stud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DBC29F-68B3-4805-9B0F-6C9F4A34CFE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488" y="711418"/>
            <a:ext cx="5310713" cy="410369"/>
          </a:xfrm>
        </p:spPr>
        <p:txBody>
          <a:bodyPr vert="horz" wrap="square" lIns="0" tIns="0" rIns="9144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headline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8B3201-D1EB-440A-A53D-D318BC0A55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715434"/>
            <a:ext cx="6096000" cy="402167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274320" tIns="45720" rIns="0" bIns="45720" rtlCol="0" anchor="ctr">
            <a:noAutofit/>
          </a:bodyPr>
          <a:lstStyle>
            <a:lvl1pPr>
              <a:defRPr lang="en-US" sz="1867" b="1" cap="all" spc="133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228594" indent="0">
              <a:buNone/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D87AC79-F9C5-46A5-92B4-7AF8A9029D66}"/>
              </a:ext>
            </a:extLst>
          </p:cNvPr>
          <p:cNvSpPr txBox="1">
            <a:spLocks/>
          </p:cNvSpPr>
          <p:nvPr userDrawn="1"/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>
            <a:defPPr>
              <a:defRPr lang="en-US"/>
            </a:defPPr>
            <a:lvl1pPr marR="0" lvl="0" indent="0" defTabSz="342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kern="0" spc="15">
                <a:solidFill>
                  <a:srgbClr val="474648"/>
                </a:solidFill>
                <a:cs typeface="Trebuchet M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07FA7470-6506-4B71-AD87-6F7FA0DD0168}" type="slidenum">
              <a:rPr lang="en-US" sz="1067" smtClean="0">
                <a:solidFill>
                  <a:schemeClr val="tx2"/>
                </a:solidFill>
              </a:rPr>
              <a:pPr lvl="0" algn="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1024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a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3057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Arrow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7112000" y="0"/>
            <a:ext cx="5080001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E2DB2E9-923B-4421-A06C-CF40C41A88D8}"/>
              </a:ext>
            </a:extLst>
          </p:cNvPr>
          <p:cNvSpPr/>
          <p:nvPr userDrawn="1"/>
        </p:nvSpPr>
        <p:spPr>
          <a:xfrm rot="16200000" flipH="1">
            <a:off x="3314471" y="3060475"/>
            <a:ext cx="6858000" cy="73705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1EC31C-BE50-4B70-BC3C-BF212543F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88" y="305065"/>
            <a:ext cx="5310713" cy="82073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8C0BACF-2B04-4857-BAAF-FF903DA94F1D}"/>
              </a:ext>
            </a:extLst>
          </p:cNvPr>
          <p:cNvSpPr txBox="1">
            <a:spLocks/>
          </p:cNvSpPr>
          <p:nvPr userDrawn="1"/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>
            <a:defPPr>
              <a:defRPr lang="en-US"/>
            </a:defPPr>
            <a:lvl1pPr marR="0" lvl="0" indent="0" defTabSz="342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kern="0" spc="15">
                <a:solidFill>
                  <a:srgbClr val="474648"/>
                </a:solidFill>
                <a:cs typeface="Trebuchet M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07FA7470-6506-4B71-AD87-6F7FA0DD0168}" type="slidenum">
              <a:rPr lang="en-US" sz="1067" smtClean="0">
                <a:solidFill>
                  <a:schemeClr val="bg1"/>
                </a:solidFill>
              </a:rPr>
              <a:pPr lvl="0" algn="r"/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359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Arrow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0"/>
            <a:ext cx="5080001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AFB66DDE-837D-472C-A386-A04C91164E4F}"/>
              </a:ext>
            </a:extLst>
          </p:cNvPr>
          <p:cNvSpPr/>
          <p:nvPr userDrawn="1"/>
        </p:nvSpPr>
        <p:spPr>
          <a:xfrm rot="5400000" flipH="1">
            <a:off x="2019071" y="3060475"/>
            <a:ext cx="6858000" cy="73705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1FCA7BA-785F-40B2-9929-F00681ED15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88" y="305065"/>
            <a:ext cx="4599513" cy="82073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688915-CB37-4092-9D9E-F0F759044DDE}"/>
              </a:ext>
            </a:extLst>
          </p:cNvPr>
          <p:cNvSpPr txBox="1"/>
          <p:nvPr userDrawn="1"/>
        </p:nvSpPr>
        <p:spPr>
          <a:xfrm>
            <a:off x="1143600" y="6552160"/>
            <a:ext cx="1762160" cy="215442"/>
          </a:xfrm>
          <a:prstGeom prst="rect">
            <a:avLst/>
          </a:prstGeom>
          <a:noFill/>
        </p:spPr>
        <p:txBody>
          <a:bodyPr wrap="square" lIns="91368" tIns="45719" rIns="91368" bIns="45719" rtlCol="0">
            <a:spAutoFit/>
          </a:bodyPr>
          <a:lstStyle/>
          <a:p>
            <a:pPr marL="0" marR="0" lvl="0" indent="0" algn="l" defTabSz="4567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spc="20">
                <a:solidFill>
                  <a:schemeClr val="bg1"/>
                </a:solidFill>
                <a:cs typeface="Trebuchet MS"/>
              </a:rPr>
              <a:t>CONFIDENTIAL. </a:t>
            </a:r>
            <a:r>
              <a:rPr lang="en-US" sz="8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Copyright © 2019</a:t>
            </a:r>
            <a:endParaRPr lang="en-US" sz="800" kern="0" spc="20">
              <a:solidFill>
                <a:schemeClr val="bg1"/>
              </a:solidFill>
              <a:cs typeface="Trebuchet M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D63C87-B426-4C9D-8204-26C5BE0AB817}"/>
              </a:ext>
            </a:extLst>
          </p:cNvPr>
          <p:cNvCxnSpPr/>
          <p:nvPr userDrawn="1"/>
        </p:nvCxnSpPr>
        <p:spPr>
          <a:xfrm>
            <a:off x="1137672" y="6562344"/>
            <a:ext cx="0" cy="164592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AC55BB0F-030D-46A9-9F4D-DFC4A60EDE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9" y="6498425"/>
            <a:ext cx="702720" cy="35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6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0">
          <p15:clr>
            <a:srgbClr val="FBAE40"/>
          </p15:clr>
        </p15:guide>
        <p15:guide id="2" orient="horz" pos="152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Blue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0434DA-33E1-4DA8-A3ED-A86B2EEE5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88" y="305065"/>
            <a:ext cx="5310713" cy="82073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70D662A-1C79-4C15-B6B2-BB0178F9980C}"/>
              </a:ext>
            </a:extLst>
          </p:cNvPr>
          <p:cNvSpPr txBox="1">
            <a:spLocks/>
          </p:cNvSpPr>
          <p:nvPr userDrawn="1"/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>
            <a:defPPr>
              <a:defRPr lang="en-US"/>
            </a:defPPr>
            <a:lvl1pPr marR="0" lvl="0" indent="0" defTabSz="342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kern="0" spc="15">
                <a:solidFill>
                  <a:srgbClr val="474648"/>
                </a:solidFill>
                <a:cs typeface="Trebuchet M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07FA7470-6506-4B71-AD87-6F7FA0DD0168}" type="slidenum">
              <a:rPr lang="en-US" sz="1067" smtClean="0">
                <a:solidFill>
                  <a:schemeClr val="bg1"/>
                </a:solidFill>
              </a:rPr>
              <a:pPr lvl="0" algn="r"/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696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Blue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CC70D9-256D-4A27-85C0-7007304E7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88" y="305065"/>
            <a:ext cx="5310713" cy="82073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A0FAB-5570-4370-BFCE-9DF483F4B01B}"/>
              </a:ext>
            </a:extLst>
          </p:cNvPr>
          <p:cNvSpPr txBox="1"/>
          <p:nvPr userDrawn="1"/>
        </p:nvSpPr>
        <p:spPr>
          <a:xfrm>
            <a:off x="1143600" y="6552160"/>
            <a:ext cx="1762160" cy="215442"/>
          </a:xfrm>
          <a:prstGeom prst="rect">
            <a:avLst/>
          </a:prstGeom>
          <a:noFill/>
        </p:spPr>
        <p:txBody>
          <a:bodyPr wrap="square" lIns="91368" tIns="45719" rIns="91368" bIns="45719" rtlCol="0">
            <a:spAutoFit/>
          </a:bodyPr>
          <a:lstStyle/>
          <a:p>
            <a:pPr marL="0" marR="0" lvl="0" indent="0" algn="l" defTabSz="4567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spc="20">
                <a:solidFill>
                  <a:schemeClr val="bg1"/>
                </a:solidFill>
                <a:cs typeface="Trebuchet MS"/>
              </a:rPr>
              <a:t>CONFIDENTIAL. </a:t>
            </a:r>
            <a:r>
              <a:rPr lang="en-US" sz="8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Copyright © 2019</a:t>
            </a:r>
            <a:endParaRPr lang="en-US" sz="800" kern="0" spc="20">
              <a:solidFill>
                <a:schemeClr val="bg1"/>
              </a:solidFill>
              <a:cs typeface="Trebuchet M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2A74C78-6026-439F-9029-7E55A3916A82}"/>
              </a:ext>
            </a:extLst>
          </p:cNvPr>
          <p:cNvCxnSpPr/>
          <p:nvPr userDrawn="1"/>
        </p:nvCxnSpPr>
        <p:spPr>
          <a:xfrm>
            <a:off x="1137672" y="6562344"/>
            <a:ext cx="0" cy="164592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28E1521-2136-4E82-9776-8BB0A1D3F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9" y="6498425"/>
            <a:ext cx="702720" cy="35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94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0">
          <p15:clr>
            <a:srgbClr val="FBAE40"/>
          </p15:clr>
        </p15:guide>
        <p15:guide id="2" orient="horz" pos="152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Grey_Right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DBC29F-68B3-4805-9B0F-6C9F4A34CFEB}"/>
              </a:ext>
            </a:extLst>
          </p:cNvPr>
          <p:cNvSpPr/>
          <p:nvPr userDrawn="1"/>
        </p:nvSpPr>
        <p:spPr>
          <a:xfrm>
            <a:off x="7612733" y="1"/>
            <a:ext cx="457926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487" y="305065"/>
            <a:ext cx="6651760" cy="410369"/>
          </a:xfrm>
        </p:spPr>
        <p:txBody>
          <a:bodyPr vert="horz" wrap="square" lIns="0" tIns="0" rIns="9144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headline here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17AA903-E6FC-477F-8F3E-FA0E8F0A30A7}"/>
              </a:ext>
            </a:extLst>
          </p:cNvPr>
          <p:cNvSpPr txBox="1">
            <a:spLocks/>
          </p:cNvSpPr>
          <p:nvPr userDrawn="1"/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>
            <a:defPPr>
              <a:defRPr lang="en-US"/>
            </a:defPPr>
            <a:lvl1pPr marR="0" lvl="0" indent="0" defTabSz="342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kern="0" spc="15">
                <a:solidFill>
                  <a:srgbClr val="474648"/>
                </a:solidFill>
                <a:cs typeface="Trebuchet M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07FA7470-6506-4B71-AD87-6F7FA0DD0168}" type="slidenum">
              <a:rPr lang="en-US" sz="1067" smtClean="0">
                <a:solidFill>
                  <a:schemeClr val="tx2"/>
                </a:solidFill>
              </a:rPr>
              <a:pPr lvl="0" algn="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5274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Grey_Left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DBC29F-68B3-4805-9B0F-6C9F4A34CFEB}"/>
              </a:ext>
            </a:extLst>
          </p:cNvPr>
          <p:cNvSpPr/>
          <p:nvPr userDrawn="1"/>
        </p:nvSpPr>
        <p:spPr>
          <a:xfrm>
            <a:off x="0" y="1"/>
            <a:ext cx="457926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488" y="305065"/>
            <a:ext cx="3626701" cy="820737"/>
          </a:xfrm>
        </p:spPr>
        <p:txBody>
          <a:bodyPr vert="horz" wrap="square" lIns="0" tIns="0" rIns="9144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headline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9489A8-F456-4DF4-BAEB-A0A0A08E4E65}"/>
              </a:ext>
            </a:extLst>
          </p:cNvPr>
          <p:cNvSpPr txBox="1"/>
          <p:nvPr userDrawn="1"/>
        </p:nvSpPr>
        <p:spPr>
          <a:xfrm>
            <a:off x="1143600" y="6537017"/>
            <a:ext cx="1762160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/>
          <a:p>
            <a:pPr marL="0" marR="0" lvl="0" indent="0" algn="l" defTabSz="4567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spc="20">
                <a:solidFill>
                  <a:schemeClr val="tx2"/>
                </a:solidFill>
                <a:cs typeface="Trebuchet MS"/>
              </a:rPr>
              <a:t>CONFIDENTIAL. </a:t>
            </a:r>
            <a:r>
              <a:rPr lang="en-US" sz="800" kern="120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Copyright © 2019</a:t>
            </a:r>
            <a:endParaRPr lang="en-US" sz="800" kern="0" spc="20">
              <a:solidFill>
                <a:schemeClr val="tx2"/>
              </a:solidFill>
              <a:cs typeface="Trebuchet M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0D941D-0D67-428B-8276-4014EF8891A3}"/>
              </a:ext>
            </a:extLst>
          </p:cNvPr>
          <p:cNvCxnSpPr/>
          <p:nvPr userDrawn="1"/>
        </p:nvCxnSpPr>
        <p:spPr>
          <a:xfrm>
            <a:off x="1140212" y="6565731"/>
            <a:ext cx="0" cy="164592"/>
          </a:xfrm>
          <a:prstGeom prst="line">
            <a:avLst/>
          </a:prstGeom>
          <a:ln w="3175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39C1735-3037-4D46-8890-1009D469BD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9" y="6498425"/>
            <a:ext cx="702720" cy="351955"/>
          </a:xfrm>
          <a:prstGeom prst="rect">
            <a:avLst/>
          </a:prstGeom>
        </p:spPr>
      </p:pic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68526" tIns="34289" rIns="68526" bIns="34289" rtlCol="0" anchor="ctr">
            <a:noAutofit/>
          </a:bodyPr>
          <a:lstStyle>
            <a:lvl1pPr>
              <a:defRPr lang="en-US" sz="1067" kern="0" spc="20" smtClean="0">
                <a:solidFill>
                  <a:schemeClr val="tx2"/>
                </a:solidFill>
                <a:cs typeface="Trebuchet MS"/>
              </a:defRPr>
            </a:lvl1pPr>
          </a:lstStyle>
          <a:p>
            <a:pPr algn="r" defTabSz="456711"/>
            <a:fld id="{04825EE3-D40C-4F67-95F2-2B3AD93195DA}" type="slidenum">
              <a:rPr lang="en-US" smtClean="0"/>
              <a:pPr algn="r" defTabSz="45671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586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Blue_Right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5C328B-6531-473D-91B6-0E2E34FFA343}"/>
              </a:ext>
            </a:extLst>
          </p:cNvPr>
          <p:cNvSpPr/>
          <p:nvPr userDrawn="1"/>
        </p:nvSpPr>
        <p:spPr>
          <a:xfrm>
            <a:off x="7569200" y="0"/>
            <a:ext cx="462280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8367" y="304801"/>
            <a:ext cx="6610347" cy="82073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A300625-1991-4E00-9492-9BD58AF62FDB}"/>
              </a:ext>
            </a:extLst>
          </p:cNvPr>
          <p:cNvSpPr txBox="1">
            <a:spLocks/>
          </p:cNvSpPr>
          <p:nvPr userDrawn="1"/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>
            <a:defPPr>
              <a:defRPr lang="en-US"/>
            </a:defPPr>
            <a:lvl1pPr marR="0" lvl="0" indent="0" defTabSz="342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kern="0" spc="15">
                <a:solidFill>
                  <a:srgbClr val="474648"/>
                </a:solidFill>
                <a:cs typeface="Trebuchet M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07FA7470-6506-4B71-AD87-6F7FA0DD0168}" type="slidenum">
              <a:rPr lang="en-US" sz="1067" smtClean="0">
                <a:solidFill>
                  <a:schemeClr val="bg1"/>
                </a:solidFill>
              </a:rPr>
              <a:pPr lvl="0" algn="r"/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59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7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Blue - Left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0"/>
            <a:ext cx="5080001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CC70D9-256D-4A27-85C0-7007304E7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88" y="305065"/>
            <a:ext cx="4119021" cy="82073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B4E584-5D3B-4BC9-9A59-F0FB8A626192}"/>
              </a:ext>
            </a:extLst>
          </p:cNvPr>
          <p:cNvSpPr txBox="1"/>
          <p:nvPr userDrawn="1"/>
        </p:nvSpPr>
        <p:spPr>
          <a:xfrm>
            <a:off x="1143600" y="6552160"/>
            <a:ext cx="1762160" cy="215442"/>
          </a:xfrm>
          <a:prstGeom prst="rect">
            <a:avLst/>
          </a:prstGeom>
          <a:noFill/>
        </p:spPr>
        <p:txBody>
          <a:bodyPr wrap="square" lIns="91368" tIns="45719" rIns="91368" bIns="45719" rtlCol="0">
            <a:spAutoFit/>
          </a:bodyPr>
          <a:lstStyle/>
          <a:p>
            <a:pPr marL="0" marR="0" lvl="0" indent="0" algn="l" defTabSz="4567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spc="20">
                <a:solidFill>
                  <a:schemeClr val="bg1"/>
                </a:solidFill>
                <a:cs typeface="Trebuchet MS"/>
              </a:rPr>
              <a:t>CONFIDENTIAL. </a:t>
            </a:r>
            <a:r>
              <a:rPr lang="en-US" sz="8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Copyright © 2019</a:t>
            </a:r>
            <a:endParaRPr lang="en-US" sz="800" kern="0" spc="20">
              <a:solidFill>
                <a:schemeClr val="bg1"/>
              </a:solidFill>
              <a:cs typeface="Trebuchet M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1189DF-145B-4A2B-88D2-3A76FC2BE0D4}"/>
              </a:ext>
            </a:extLst>
          </p:cNvPr>
          <p:cNvCxnSpPr/>
          <p:nvPr userDrawn="1"/>
        </p:nvCxnSpPr>
        <p:spPr>
          <a:xfrm>
            <a:off x="1137672" y="6562344"/>
            <a:ext cx="0" cy="164592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121E9D2-DDE3-4114-BA17-44770A037D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9" y="6498425"/>
            <a:ext cx="702720" cy="35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929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0">
          <p15:clr>
            <a:srgbClr val="FBAE40"/>
          </p15:clr>
        </p15:guide>
        <p15:guide id="2" orient="horz" pos="152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B90727-537A-4481-B2D2-D331858419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374605" y="2797813"/>
            <a:ext cx="7442791" cy="78318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ts val="3200"/>
              </a:lnSpc>
              <a:buNone/>
              <a:defRPr sz="2133">
                <a:solidFill>
                  <a:schemeClr val="bg1"/>
                </a:solidFill>
                <a:latin typeface="+mj-lt"/>
              </a:defRPr>
            </a:lvl1pPr>
            <a:lvl2pPr marL="609585" indent="0">
              <a:buNone/>
              <a:defRPr sz="2133">
                <a:latin typeface="+mj-lt"/>
              </a:defRPr>
            </a:lvl2pPr>
            <a:lvl3pPr marL="1219170" indent="0">
              <a:buNone/>
              <a:defRPr sz="2133">
                <a:latin typeface="+mj-lt"/>
              </a:defRPr>
            </a:lvl3pPr>
            <a:lvl4pPr marL="1828754" indent="0">
              <a:buNone/>
              <a:defRPr sz="2133">
                <a:latin typeface="+mj-lt"/>
              </a:defRPr>
            </a:lvl4pPr>
            <a:lvl5pPr marL="2438339" indent="0">
              <a:buNone/>
              <a:defRPr sz="2133">
                <a:latin typeface="+mj-lt"/>
              </a:defRPr>
            </a:lvl5pPr>
          </a:lstStyle>
          <a:p>
            <a:pPr algn="ctr">
              <a:lnSpc>
                <a:spcPts val="2400"/>
              </a:lnSpc>
            </a:pPr>
            <a:r>
              <a:rPr lang="en-US" sz="2133" baseline="0">
                <a:solidFill>
                  <a:schemeClr val="bg1"/>
                </a:solidFill>
                <a:latin typeface="+mj-lt"/>
              </a:rPr>
              <a:t>Please add call out or quote here</a:t>
            </a:r>
            <a:br>
              <a:rPr lang="en-US" sz="2133" baseline="0">
                <a:solidFill>
                  <a:schemeClr val="bg1"/>
                </a:solidFill>
                <a:latin typeface="+mj-lt"/>
              </a:rPr>
            </a:br>
            <a:r>
              <a:rPr lang="en-US" sz="2133" baseline="0">
                <a:solidFill>
                  <a:schemeClr val="bg1"/>
                </a:solidFill>
                <a:latin typeface="+mj-lt"/>
              </a:rPr>
              <a:t>sit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consectetur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adipiscing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elit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Sed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nec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gravida,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dapibus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turpis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porttitor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tincidunt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nibh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Orci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varius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natoque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penatibus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et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magnis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dis parturient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montes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nascetur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ridiculus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mus. Nam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eget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enim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mauris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Vivamus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sit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congue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nunc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Duis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posuere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rutrum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quis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justo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Phasellus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bibendum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vehicula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id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ornare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. Nam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commodo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purus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Proin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lectus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leo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, in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lacinia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133" baseline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2133" baseline="0">
                <a:solidFill>
                  <a:schemeClr val="bg1"/>
                </a:solidFill>
                <a:latin typeface="+mj-lt"/>
              </a:rPr>
              <a:t> convallis. </a:t>
            </a:r>
            <a:endParaRPr lang="en-US" sz="2133" b="1" spc="267" baseline="0">
              <a:solidFill>
                <a:schemeClr val="bg1"/>
              </a:solidFill>
              <a:latin typeface="+mj-lt"/>
              <a:ea typeface="Calibri" charset="0"/>
              <a:cs typeface="Calibr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>
            <a:off x="2" y="-163253"/>
            <a:ext cx="2064269" cy="15832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 rot="10800000">
            <a:off x="10127731" y="4909146"/>
            <a:ext cx="2064269" cy="15832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92BAA7-E927-4FEE-992B-E1D99588BA5C}"/>
              </a:ext>
            </a:extLst>
          </p:cNvPr>
          <p:cNvSpPr txBox="1"/>
          <p:nvPr userDrawn="1"/>
        </p:nvSpPr>
        <p:spPr>
          <a:xfrm>
            <a:off x="1143600" y="6552160"/>
            <a:ext cx="1762160" cy="215442"/>
          </a:xfrm>
          <a:prstGeom prst="rect">
            <a:avLst/>
          </a:prstGeom>
          <a:noFill/>
        </p:spPr>
        <p:txBody>
          <a:bodyPr wrap="square" lIns="91368" tIns="45719" rIns="91368" bIns="45719" rtlCol="0">
            <a:spAutoFit/>
          </a:bodyPr>
          <a:lstStyle/>
          <a:p>
            <a:pPr marL="0" marR="0" lvl="0" indent="0" algn="l" defTabSz="4567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spc="20">
                <a:solidFill>
                  <a:schemeClr val="bg1"/>
                </a:solidFill>
                <a:cs typeface="Trebuchet MS"/>
              </a:rPr>
              <a:t>CONFIDENTIAL. </a:t>
            </a:r>
            <a:r>
              <a:rPr lang="en-US" sz="8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Copyright © 2019</a:t>
            </a:r>
            <a:endParaRPr lang="en-US" sz="800" kern="0" spc="20">
              <a:solidFill>
                <a:schemeClr val="bg1"/>
              </a:solidFill>
              <a:cs typeface="Trebuchet M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B38E4B-28C9-4606-99B7-99848DDFA65A}"/>
              </a:ext>
            </a:extLst>
          </p:cNvPr>
          <p:cNvCxnSpPr/>
          <p:nvPr userDrawn="1"/>
        </p:nvCxnSpPr>
        <p:spPr>
          <a:xfrm>
            <a:off x="1137672" y="6562344"/>
            <a:ext cx="0" cy="164592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772F32C-9C00-417F-82A3-A16ADB7CED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9" y="6498425"/>
            <a:ext cx="702720" cy="351956"/>
          </a:xfrm>
          <a:prstGeom prst="rect">
            <a:avLst/>
          </a:prstGeom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359F7BE-FEB3-4E24-8B9C-9AF5BBD2904C}"/>
              </a:ext>
            </a:extLst>
          </p:cNvPr>
          <p:cNvSpPr txBox="1">
            <a:spLocks/>
          </p:cNvSpPr>
          <p:nvPr userDrawn="1"/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>
            <a:defPPr>
              <a:defRPr lang="en-US"/>
            </a:defPPr>
            <a:lvl1pPr marR="0" lvl="0" indent="0" defTabSz="342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kern="0" spc="15">
                <a:solidFill>
                  <a:srgbClr val="474648"/>
                </a:solidFill>
                <a:cs typeface="Trebuchet M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07FA7470-6506-4B71-AD87-6F7FA0DD0168}" type="slidenum">
              <a:rPr lang="en-US" sz="1067" smtClean="0">
                <a:solidFill>
                  <a:schemeClr val="bg1"/>
                </a:solidFill>
              </a:rPr>
              <a:pPr lvl="0" algn="r"/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300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Separator_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BF87CB-FB01-41DD-B376-88161F2038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>
              <a:ln>
                <a:noFill/>
              </a:ln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6C35C35-64AE-4632-B724-8339BC10B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74606" y="2404304"/>
            <a:ext cx="7442791" cy="1626909"/>
          </a:xfrm>
          <a:ln w="6350">
            <a:solidFill>
              <a:schemeClr val="bg1"/>
            </a:solidFill>
          </a:ln>
        </p:spPr>
        <p:txBody>
          <a:bodyPr lIns="182880" tIns="91440" rIns="182880" bIns="9144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507"/>
              </a:spcBef>
              <a:spcAft>
                <a:spcPts val="400"/>
              </a:spcAft>
              <a:defRPr sz="2133" b="1" cap="all" spc="267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547FD5-5C46-4A30-8CD2-29C2608031D1}"/>
              </a:ext>
            </a:extLst>
          </p:cNvPr>
          <p:cNvSpPr txBox="1"/>
          <p:nvPr userDrawn="1"/>
        </p:nvSpPr>
        <p:spPr>
          <a:xfrm>
            <a:off x="1143600" y="6552160"/>
            <a:ext cx="1762160" cy="215442"/>
          </a:xfrm>
          <a:prstGeom prst="rect">
            <a:avLst/>
          </a:prstGeom>
          <a:noFill/>
        </p:spPr>
        <p:txBody>
          <a:bodyPr wrap="square" lIns="91368" tIns="45719" rIns="91368" bIns="45719" rtlCol="0">
            <a:spAutoFit/>
          </a:bodyPr>
          <a:lstStyle/>
          <a:p>
            <a:pPr marL="0" marR="0" lvl="0" indent="0" algn="l" defTabSz="4567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spc="20">
                <a:solidFill>
                  <a:schemeClr val="bg1"/>
                </a:solidFill>
                <a:cs typeface="Trebuchet MS"/>
              </a:rPr>
              <a:t>CONFIDENTIAL. </a:t>
            </a:r>
            <a:r>
              <a:rPr lang="en-US" sz="8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Copyright © 2019</a:t>
            </a:r>
            <a:endParaRPr lang="en-US" sz="800" kern="0" spc="20">
              <a:solidFill>
                <a:schemeClr val="bg1"/>
              </a:solidFill>
              <a:cs typeface="Trebuchet M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148526-4D93-4834-A8E9-E6B0F2816203}"/>
              </a:ext>
            </a:extLst>
          </p:cNvPr>
          <p:cNvCxnSpPr/>
          <p:nvPr userDrawn="1"/>
        </p:nvCxnSpPr>
        <p:spPr>
          <a:xfrm>
            <a:off x="1137672" y="6562344"/>
            <a:ext cx="0" cy="164592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0C3B7AF-22C6-4865-AB58-0008D23E85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9" y="6498425"/>
            <a:ext cx="702720" cy="351956"/>
          </a:xfrm>
          <a:prstGeom prst="rect">
            <a:avLst/>
          </a:prstGeom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666F07C-1E67-418B-82CD-9AAA2E5498A9}"/>
              </a:ext>
            </a:extLst>
          </p:cNvPr>
          <p:cNvSpPr txBox="1">
            <a:spLocks/>
          </p:cNvSpPr>
          <p:nvPr userDrawn="1"/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>
            <a:defPPr>
              <a:defRPr lang="en-US"/>
            </a:defPPr>
            <a:lvl1pPr marR="0" lvl="0" indent="0" defTabSz="342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kern="0" spc="15">
                <a:solidFill>
                  <a:srgbClr val="474648"/>
                </a:solidFill>
                <a:cs typeface="Trebuchet M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07FA7470-6506-4B71-AD87-6F7FA0DD0168}" type="slidenum">
              <a:rPr lang="en-US" sz="1067" smtClean="0">
                <a:solidFill>
                  <a:schemeClr val="bg1"/>
                </a:solidFill>
              </a:rPr>
              <a:pPr lvl="0" algn="r"/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074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Separator_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BF87CB-FB01-41DD-B376-88161F2038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>
              <a:ln>
                <a:noFill/>
              </a:ln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7E0553-1C09-4AC9-A66A-DCD12843B5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74606" y="2404304"/>
            <a:ext cx="7442791" cy="1626909"/>
          </a:xfrm>
          <a:ln w="6350">
            <a:solidFill>
              <a:schemeClr val="bg1"/>
            </a:solidFill>
          </a:ln>
        </p:spPr>
        <p:txBody>
          <a:bodyPr lIns="182880" tIns="91440" rIns="182880" bIns="9144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507"/>
              </a:spcBef>
              <a:spcAft>
                <a:spcPts val="400"/>
              </a:spcAft>
              <a:defRPr sz="2133" b="1" cap="all" spc="267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329E95-D1EF-4011-A2D5-77DBF6C076A1}"/>
              </a:ext>
            </a:extLst>
          </p:cNvPr>
          <p:cNvSpPr txBox="1"/>
          <p:nvPr userDrawn="1"/>
        </p:nvSpPr>
        <p:spPr>
          <a:xfrm>
            <a:off x="1143600" y="6552160"/>
            <a:ext cx="1762160" cy="215442"/>
          </a:xfrm>
          <a:prstGeom prst="rect">
            <a:avLst/>
          </a:prstGeom>
          <a:noFill/>
        </p:spPr>
        <p:txBody>
          <a:bodyPr wrap="square" lIns="91368" tIns="45719" rIns="91368" bIns="45719" rtlCol="0">
            <a:spAutoFit/>
          </a:bodyPr>
          <a:lstStyle/>
          <a:p>
            <a:pPr marL="0" marR="0" lvl="0" indent="0" algn="l" defTabSz="4567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spc="20">
                <a:solidFill>
                  <a:schemeClr val="bg1"/>
                </a:solidFill>
                <a:cs typeface="Trebuchet MS"/>
              </a:rPr>
              <a:t>CONFIDENTIAL. </a:t>
            </a:r>
            <a:r>
              <a:rPr lang="en-US" sz="8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Copyright © 2019</a:t>
            </a:r>
            <a:endParaRPr lang="en-US" sz="800" kern="0" spc="20">
              <a:solidFill>
                <a:schemeClr val="bg1"/>
              </a:solidFill>
              <a:cs typeface="Trebuchet M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053C56-A731-4CFF-8CAD-9E26A5CDB869}"/>
              </a:ext>
            </a:extLst>
          </p:cNvPr>
          <p:cNvCxnSpPr/>
          <p:nvPr userDrawn="1"/>
        </p:nvCxnSpPr>
        <p:spPr>
          <a:xfrm>
            <a:off x="1137672" y="6562344"/>
            <a:ext cx="0" cy="164592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96B3149-8EE8-480F-B2E1-5B5304A4A0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9" y="6498425"/>
            <a:ext cx="702720" cy="351956"/>
          </a:xfrm>
          <a:prstGeom prst="rect">
            <a:avLst/>
          </a:prstGeom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275C4AD-7F37-4CB4-BB5E-B98FB6BA6384}"/>
              </a:ext>
            </a:extLst>
          </p:cNvPr>
          <p:cNvSpPr txBox="1">
            <a:spLocks/>
          </p:cNvSpPr>
          <p:nvPr userDrawn="1"/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>
            <a:defPPr>
              <a:defRPr lang="en-US"/>
            </a:defPPr>
            <a:lvl1pPr marR="0" lvl="0" indent="0" defTabSz="342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kern="0" spc="15">
                <a:solidFill>
                  <a:srgbClr val="474648"/>
                </a:solidFill>
                <a:cs typeface="Trebuchet M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07FA7470-6506-4B71-AD87-6F7FA0DD0168}" type="slidenum">
              <a:rPr lang="en-US" sz="1067" smtClean="0">
                <a:solidFill>
                  <a:schemeClr val="bg1"/>
                </a:solidFill>
              </a:rPr>
              <a:pPr lvl="0" algn="r"/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389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Separator_0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BF87CB-FB01-41DD-B376-88161F2038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>
              <a:ln>
                <a:noFill/>
              </a:ln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35C35-64AE-4632-B724-8339BC10B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74606" y="2404304"/>
            <a:ext cx="7442791" cy="1626909"/>
          </a:xfrm>
          <a:ln w="6350">
            <a:solidFill>
              <a:schemeClr val="bg1"/>
            </a:solidFill>
          </a:ln>
        </p:spPr>
        <p:txBody>
          <a:bodyPr lIns="182880" tIns="91440" rIns="182880" bIns="9144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507"/>
              </a:spcBef>
              <a:spcAft>
                <a:spcPts val="400"/>
              </a:spcAft>
              <a:defRPr sz="2133" b="1" cap="all" spc="267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2BD25F-59C1-4FBD-AED4-093540C3305E}"/>
              </a:ext>
            </a:extLst>
          </p:cNvPr>
          <p:cNvSpPr txBox="1"/>
          <p:nvPr userDrawn="1"/>
        </p:nvSpPr>
        <p:spPr>
          <a:xfrm>
            <a:off x="1143600" y="6552160"/>
            <a:ext cx="1762160" cy="215442"/>
          </a:xfrm>
          <a:prstGeom prst="rect">
            <a:avLst/>
          </a:prstGeom>
          <a:noFill/>
        </p:spPr>
        <p:txBody>
          <a:bodyPr wrap="square" lIns="91368" tIns="45719" rIns="91368" bIns="45719" rtlCol="0">
            <a:spAutoFit/>
          </a:bodyPr>
          <a:lstStyle/>
          <a:p>
            <a:pPr marL="0" marR="0" lvl="0" indent="0" algn="l" defTabSz="4567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spc="20">
                <a:solidFill>
                  <a:schemeClr val="bg1"/>
                </a:solidFill>
                <a:cs typeface="Trebuchet MS"/>
              </a:rPr>
              <a:t>CONFIDENTIAL. </a:t>
            </a:r>
            <a:r>
              <a:rPr lang="en-US" sz="8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Copyright © 2019</a:t>
            </a:r>
            <a:endParaRPr lang="en-US" sz="800" kern="0" spc="20">
              <a:solidFill>
                <a:schemeClr val="bg1"/>
              </a:solidFill>
              <a:cs typeface="Trebuchet M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C17B845-FA5C-45BF-9697-03C0083F550E}"/>
              </a:ext>
            </a:extLst>
          </p:cNvPr>
          <p:cNvCxnSpPr/>
          <p:nvPr userDrawn="1"/>
        </p:nvCxnSpPr>
        <p:spPr>
          <a:xfrm>
            <a:off x="1137672" y="6562344"/>
            <a:ext cx="0" cy="164592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4B45E89-523E-4A33-BF2C-D7B2801BE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9" y="6498425"/>
            <a:ext cx="702720" cy="351956"/>
          </a:xfrm>
          <a:prstGeom prst="rect">
            <a:avLst/>
          </a:prstGeom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EE95015-B9A7-42BB-A031-6E78F8278772}"/>
              </a:ext>
            </a:extLst>
          </p:cNvPr>
          <p:cNvSpPr txBox="1">
            <a:spLocks/>
          </p:cNvSpPr>
          <p:nvPr userDrawn="1"/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>
            <a:defPPr>
              <a:defRPr lang="en-US"/>
            </a:defPPr>
            <a:lvl1pPr marR="0" lvl="0" indent="0" defTabSz="342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kern="0" spc="15">
                <a:solidFill>
                  <a:srgbClr val="474648"/>
                </a:solidFill>
                <a:cs typeface="Trebuchet M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07FA7470-6506-4B71-AD87-6F7FA0DD0168}" type="slidenum">
              <a:rPr lang="en-US" sz="1067" smtClean="0">
                <a:solidFill>
                  <a:schemeClr val="bg1"/>
                </a:solidFill>
              </a:rPr>
              <a:pPr lvl="0" algn="r"/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380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Separator_0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5BF87CB-FB01-41DD-B376-88161F2038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>
              <a:ln>
                <a:noFill/>
              </a:ln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5EFFC8-29D6-4535-B4E1-BBBB14713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74606" y="2404304"/>
            <a:ext cx="7442791" cy="1626909"/>
          </a:xfrm>
          <a:ln w="6350">
            <a:solidFill>
              <a:schemeClr val="bg1"/>
            </a:solidFill>
          </a:ln>
        </p:spPr>
        <p:txBody>
          <a:bodyPr lIns="182880" tIns="91440" rIns="182880" bIns="9144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507"/>
              </a:spcBef>
              <a:spcAft>
                <a:spcPts val="400"/>
              </a:spcAft>
              <a:defRPr sz="2133" b="1" cap="all" spc="267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B89CBD-81B6-4069-BF23-F8544ECA7FD9}"/>
              </a:ext>
            </a:extLst>
          </p:cNvPr>
          <p:cNvSpPr txBox="1"/>
          <p:nvPr userDrawn="1"/>
        </p:nvSpPr>
        <p:spPr>
          <a:xfrm>
            <a:off x="1143600" y="6552160"/>
            <a:ext cx="1762160" cy="215442"/>
          </a:xfrm>
          <a:prstGeom prst="rect">
            <a:avLst/>
          </a:prstGeom>
          <a:noFill/>
        </p:spPr>
        <p:txBody>
          <a:bodyPr wrap="square" lIns="91368" tIns="45719" rIns="91368" bIns="45719" rtlCol="0">
            <a:spAutoFit/>
          </a:bodyPr>
          <a:lstStyle/>
          <a:p>
            <a:pPr marL="0" marR="0" lvl="0" indent="0" algn="l" defTabSz="4567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spc="20">
                <a:solidFill>
                  <a:schemeClr val="bg1"/>
                </a:solidFill>
                <a:cs typeface="Trebuchet MS"/>
              </a:rPr>
              <a:t>CONFIDENTIAL. </a:t>
            </a:r>
            <a:r>
              <a:rPr lang="en-US" sz="8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Copyright © 2018</a:t>
            </a:r>
            <a:endParaRPr lang="en-US" sz="800" kern="0" spc="20">
              <a:solidFill>
                <a:schemeClr val="bg1"/>
              </a:solidFill>
              <a:cs typeface="Trebuchet M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BEC341-40CC-4246-A22E-336358D85244}"/>
              </a:ext>
            </a:extLst>
          </p:cNvPr>
          <p:cNvCxnSpPr/>
          <p:nvPr userDrawn="1"/>
        </p:nvCxnSpPr>
        <p:spPr>
          <a:xfrm>
            <a:off x="1137672" y="6562344"/>
            <a:ext cx="0" cy="164592"/>
          </a:xfrm>
          <a:prstGeom prst="line">
            <a:avLst/>
          </a:prstGeom>
          <a:ln w="31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B11CF-D220-43B5-A464-4055AE82C2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9" y="6498425"/>
            <a:ext cx="702720" cy="351956"/>
          </a:xfrm>
          <a:prstGeom prst="rect">
            <a:avLst/>
          </a:prstGeom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EED4E2BB-3357-40F2-8691-D4AAF5C50B0E}"/>
              </a:ext>
            </a:extLst>
          </p:cNvPr>
          <p:cNvSpPr txBox="1">
            <a:spLocks/>
          </p:cNvSpPr>
          <p:nvPr userDrawn="1"/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>
            <a:defPPr>
              <a:defRPr lang="en-US"/>
            </a:defPPr>
            <a:lvl1pPr marR="0" lvl="0" indent="0" defTabSz="342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kern="0" spc="15">
                <a:solidFill>
                  <a:srgbClr val="474648"/>
                </a:solidFill>
                <a:cs typeface="Trebuchet M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07FA7470-6506-4B71-AD87-6F7FA0DD0168}" type="slidenum">
              <a:rPr lang="en-US" sz="1067" smtClean="0">
                <a:solidFill>
                  <a:schemeClr val="bg1"/>
                </a:solidFill>
              </a:rPr>
              <a:pPr lvl="0" algn="r"/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373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ale_Separator_Pictur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B0A92E-7C64-4579-8672-AC674E4ABF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tIns="914400"/>
          <a:lstStyle>
            <a:lvl1pPr algn="ctr">
              <a:defRPr spc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F54CE23-9A9D-484B-A05F-E9C146E3DD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74606" y="2404304"/>
            <a:ext cx="7442791" cy="1626909"/>
          </a:xfrm>
          <a:solidFill>
            <a:schemeClr val="tx1">
              <a:alpha val="50196"/>
            </a:schemeClr>
          </a:solidFill>
          <a:ln w="6350">
            <a:solidFill>
              <a:schemeClr val="bg1"/>
            </a:solidFill>
          </a:ln>
        </p:spPr>
        <p:txBody>
          <a:bodyPr lIns="91440" tIns="91440" rIns="91440" bIns="9144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507"/>
              </a:spcBef>
              <a:spcAft>
                <a:spcPts val="400"/>
              </a:spcAft>
              <a:defRPr sz="2133" b="1" cap="all" spc="267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Please add BREAKER SLIDE TITLE HERE</a:t>
            </a:r>
            <a:br>
              <a:rPr lang="en-US"/>
            </a:br>
            <a:r>
              <a:rPr lang="en-US"/>
              <a:t>Please add SECOND LINE OF TITLE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68526" tIns="34289" rIns="68526" bIns="34289" rtlCol="0" anchor="ctr">
            <a:noAutofit/>
          </a:bodyPr>
          <a:lstStyle>
            <a:lvl1pPr>
              <a:defRPr lang="en-US" sz="1067" kern="0" spc="20" smtClean="0">
                <a:solidFill>
                  <a:schemeClr val="tx2"/>
                </a:solidFill>
                <a:cs typeface="Trebuchet MS"/>
              </a:defRPr>
            </a:lvl1pPr>
          </a:lstStyle>
          <a:p>
            <a:pPr algn="r" defTabSz="456711"/>
            <a:fld id="{04825EE3-D40C-4F67-95F2-2B3AD93195DA}" type="slidenum">
              <a:rPr lang="en-US" smtClean="0"/>
              <a:pPr algn="r" defTabSz="45671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02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-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flipH="1">
            <a:off x="0" y="0"/>
            <a:ext cx="46228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939800"/>
            <a:ext cx="4622800" cy="932688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>
            <a:lvl1pPr>
              <a:defRPr lang="en-US" sz="2667" cap="all" baseline="0" dirty="0">
                <a:latin typeface="+mj-lt"/>
                <a:ea typeface="+mj-ea"/>
                <a:cs typeface="Arial Black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ADD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406400" y="274320"/>
            <a:ext cx="1320800" cy="66548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logo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084332" y="6587744"/>
            <a:ext cx="0" cy="164592"/>
          </a:xfrm>
          <a:prstGeom prst="line">
            <a:avLst/>
          </a:prstGeom>
          <a:ln w="31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79" y="6577641"/>
            <a:ext cx="571868" cy="2144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563739-63F8-4EAE-AC28-25B3CC0022DD}"/>
              </a:ext>
            </a:extLst>
          </p:cNvPr>
          <p:cNvSpPr txBox="1"/>
          <p:nvPr userDrawn="1"/>
        </p:nvSpPr>
        <p:spPr>
          <a:xfrm>
            <a:off x="1174081" y="6562319"/>
            <a:ext cx="496225" cy="215442"/>
          </a:xfrm>
          <a:prstGeom prst="rect">
            <a:avLst/>
          </a:prstGeom>
          <a:noFill/>
        </p:spPr>
        <p:txBody>
          <a:bodyPr wrap="square" lIns="91368" tIns="45719" rIns="91368" bIns="45719" rtlCol="0">
            <a:spAutoFit/>
          </a:bodyPr>
          <a:lstStyle/>
          <a:p>
            <a:pPr defTabSz="456711"/>
            <a:r>
              <a:rPr lang="en-US" sz="800" kern="0" spc="20">
                <a:solidFill>
                  <a:schemeClr val="accent1"/>
                </a:solidFill>
                <a:cs typeface="Trebuchet MS"/>
              </a:rPr>
              <a:t>2017</a:t>
            </a:r>
          </a:p>
        </p:txBody>
      </p:sp>
    </p:spTree>
    <p:extLst>
      <p:ext uri="{BB962C8B-B14F-4D97-AF65-F5344CB8AC3E}">
        <p14:creationId xmlns:p14="http://schemas.microsoft.com/office/powerpoint/2010/main" val="181616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4">
          <p15:clr>
            <a:srgbClr val="FBAE40"/>
          </p15:clr>
        </p15:guide>
        <p15:guide id="2" pos="218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A4BDBFC9-AC74-40C6-BFA4-DA63B7971FD2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11562" y="5777220"/>
            <a:ext cx="1526564" cy="24511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AEEF"/>
              </a:buClr>
              <a:buNone/>
            </a:pPr>
            <a:r>
              <a:rPr lang="en-US" sz="900" b="1">
                <a:solidFill>
                  <a:schemeClr val="bg1">
                    <a:lumMod val="75000"/>
                  </a:schemeClr>
                </a:solidFill>
              </a:rPr>
              <a:t>©2018 EPAM Systems, Inc.</a:t>
            </a:r>
            <a:endParaRPr lang="en-US" sz="9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7EA97D6-21EE-4479-BC1C-2B85E53924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2905" y="271465"/>
            <a:ext cx="11541939" cy="4081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 spc="30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6133812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1" y="1439333"/>
            <a:ext cx="11239500" cy="4529667"/>
          </a:xfrm>
        </p:spPr>
        <p:txBody>
          <a:bodyPr/>
          <a:lstStyle>
            <a:lvl1pPr marL="228594" marR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  <a:br>
              <a:rPr lang="en-US"/>
            </a:br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r>
              <a:rPr lang="en-US"/>
              <a:t> </a:t>
            </a:r>
            <a:br>
              <a:rPr lang="en-US"/>
            </a:br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  <a:p>
            <a:pPr marL="228594" marR="0" lvl="0" indent="-228594" algn="l" defTabSz="1219170" rtl="0" eaLnBrk="1" fontAlgn="auto" latinLnBrk="0" hangingPunct="1">
              <a:lnSpc>
                <a:spcPts val="2133"/>
              </a:lnSpc>
              <a:spcBef>
                <a:spcPts val="352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467">
                <a:latin typeface="+mj-lt"/>
              </a:rPr>
              <a:t>In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consectetur</a:t>
            </a:r>
            <a:r>
              <a:rPr lang="en-US" sz="1467">
                <a:latin typeface="+mj-lt"/>
              </a:rPr>
              <a:t>. In dolor ipsum, gravida et </a:t>
            </a:r>
            <a:r>
              <a:rPr lang="en-US" sz="1467" err="1">
                <a:latin typeface="+mj-lt"/>
              </a:rPr>
              <a:t>sagittis</a:t>
            </a:r>
            <a:r>
              <a:rPr lang="en-US" sz="1467">
                <a:latin typeface="+mj-lt"/>
              </a:rPr>
              <a:t> id, </a:t>
            </a:r>
            <a:r>
              <a:rPr lang="en-US" sz="1467" err="1">
                <a:latin typeface="+mj-lt"/>
              </a:rPr>
              <a:t>sollicitudin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nisl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tempus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. Nam in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metus</a:t>
            </a:r>
            <a:r>
              <a:rPr lang="en-US" sz="1467">
                <a:latin typeface="+mj-lt"/>
              </a:rPr>
              <a:t>, ac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purus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Praesent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consequat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lectus</a:t>
            </a:r>
            <a:r>
              <a:rPr lang="en-US" sz="1467">
                <a:latin typeface="+mj-lt"/>
              </a:rPr>
              <a:t> sit </a:t>
            </a:r>
            <a:r>
              <a:rPr lang="en-US" sz="1467" err="1">
                <a:latin typeface="+mj-lt"/>
              </a:rPr>
              <a:t>amet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pharetra,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venenatis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lacinia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erat</a:t>
            </a:r>
            <a:r>
              <a:rPr lang="en-US" sz="1467">
                <a:latin typeface="+mj-lt"/>
              </a:rPr>
              <a:t> libero.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lorem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commodo</a:t>
            </a:r>
            <a:r>
              <a:rPr lang="en-US" sz="1467">
                <a:latin typeface="+mj-lt"/>
              </a:rPr>
              <a:t> vitae ex at, pharetra convallis </a:t>
            </a:r>
            <a:r>
              <a:rPr lang="en-US" sz="1467" err="1">
                <a:latin typeface="+mj-lt"/>
              </a:rPr>
              <a:t>nunc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vehicula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mauris</a:t>
            </a:r>
            <a:r>
              <a:rPr lang="en-US" sz="1467">
                <a:latin typeface="+mj-lt"/>
              </a:rPr>
              <a:t> ligula. </a:t>
            </a:r>
            <a:r>
              <a:rPr lang="en-US" sz="1467" err="1">
                <a:latin typeface="+mj-lt"/>
              </a:rPr>
              <a:t>Suspendisse</a:t>
            </a:r>
            <a:r>
              <a:rPr lang="en-US" sz="1467">
                <a:latin typeface="+mj-lt"/>
              </a:rPr>
              <a:t> in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congue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odio</a:t>
            </a:r>
            <a:r>
              <a:rPr lang="en-US" sz="1467">
                <a:latin typeface="+mj-lt"/>
              </a:rPr>
              <a:t> pharetra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. Nam </a:t>
            </a:r>
            <a:r>
              <a:rPr lang="en-US" sz="1467" err="1">
                <a:latin typeface="+mj-lt"/>
              </a:rPr>
              <a:t>vel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auctor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justo</a:t>
            </a:r>
            <a:r>
              <a:rPr lang="en-US" sz="1467">
                <a:latin typeface="+mj-lt"/>
              </a:rPr>
              <a:t>, vitae </a:t>
            </a:r>
            <a:r>
              <a:rPr lang="en-US" sz="1467" err="1">
                <a:latin typeface="+mj-lt"/>
              </a:rPr>
              <a:t>hendrerit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orci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Duis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sapien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bibendum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tellus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pellentesque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massa</a:t>
            </a:r>
            <a:r>
              <a:rPr lang="en-US" sz="1467">
                <a:latin typeface="+mj-lt"/>
              </a:rPr>
              <a:t>. </a:t>
            </a:r>
            <a:r>
              <a:rPr lang="en-US" sz="1467" err="1">
                <a:latin typeface="+mj-lt"/>
              </a:rPr>
              <a:t>Nulla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feugiat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turpis</a:t>
            </a:r>
            <a:r>
              <a:rPr lang="en-US" sz="1467">
                <a:latin typeface="+mj-lt"/>
              </a:rPr>
              <a:t> et </a:t>
            </a:r>
            <a:r>
              <a:rPr lang="en-US" sz="1467" err="1">
                <a:latin typeface="+mj-lt"/>
              </a:rPr>
              <a:t>posuere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viverra</a:t>
            </a:r>
            <a:r>
              <a:rPr lang="en-US" sz="1467">
                <a:latin typeface="+mj-lt"/>
              </a:rPr>
              <a:t>, ipsum </a:t>
            </a:r>
            <a:r>
              <a:rPr lang="en-US" sz="1467" err="1">
                <a:latin typeface="+mj-lt"/>
              </a:rPr>
              <a:t>sem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tincidunt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est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finibus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tempor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ante semper diam. </a:t>
            </a:r>
            <a:r>
              <a:rPr lang="en-US" sz="1467" err="1">
                <a:latin typeface="+mj-lt"/>
              </a:rPr>
              <a:t>Nullam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quis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neque</a:t>
            </a:r>
            <a:r>
              <a:rPr lang="en-US" sz="1467">
                <a:latin typeface="+mj-lt"/>
              </a:rPr>
              <a:t>, </a:t>
            </a:r>
            <a:r>
              <a:rPr lang="en-US" sz="1467" err="1">
                <a:latin typeface="+mj-lt"/>
              </a:rPr>
              <a:t>nec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sem. </a:t>
            </a:r>
            <a:r>
              <a:rPr lang="en-US" sz="1467" err="1">
                <a:latin typeface="+mj-lt"/>
              </a:rPr>
              <a:t>Morbi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egestas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iaculis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. In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tortor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elit</a:t>
            </a:r>
            <a:r>
              <a:rPr lang="en-US" sz="1467">
                <a:latin typeface="+mj-lt"/>
              </a:rPr>
              <a:t>, non </a:t>
            </a:r>
            <a:r>
              <a:rPr lang="en-US" sz="1467" err="1">
                <a:latin typeface="+mj-lt"/>
              </a:rPr>
              <a:t>euismod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eros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accumsan</a:t>
            </a:r>
            <a:r>
              <a:rPr lang="en-US" sz="1467">
                <a:latin typeface="+mj-lt"/>
              </a:rPr>
              <a:t> ac. </a:t>
            </a:r>
            <a:r>
              <a:rPr lang="en-US" sz="1467" err="1">
                <a:latin typeface="+mj-lt"/>
              </a:rPr>
              <a:t>Sed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ultrices</a:t>
            </a:r>
            <a:r>
              <a:rPr lang="en-US" sz="1467">
                <a:latin typeface="+mj-lt"/>
              </a:rPr>
              <a:t> mi lorem, </a:t>
            </a:r>
            <a:r>
              <a:rPr lang="en-US" sz="1467" err="1">
                <a:latin typeface="+mj-lt"/>
              </a:rPr>
              <a:t>ut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dignissim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nibh</a:t>
            </a:r>
            <a:r>
              <a:rPr lang="en-US" sz="1467">
                <a:latin typeface="+mj-lt"/>
              </a:rPr>
              <a:t> </a:t>
            </a:r>
            <a:r>
              <a:rPr lang="en-US" sz="1467" err="1">
                <a:latin typeface="+mj-lt"/>
              </a:rPr>
              <a:t>facilisis</a:t>
            </a:r>
            <a:r>
              <a:rPr lang="en-US" sz="1467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692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76252" y="1439333"/>
            <a:ext cx="5314949" cy="4529667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6400801" y="1439333"/>
            <a:ext cx="5314951" cy="4529667"/>
          </a:xfr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lacinia</a:t>
            </a:r>
            <a:r>
              <a:rPr lang="en-US"/>
              <a:t>,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, lacus lorem </a:t>
            </a:r>
            <a:r>
              <a:rPr lang="en-US" err="1"/>
              <a:t>placerat</a:t>
            </a:r>
            <a:r>
              <a:rPr lang="en-US"/>
              <a:t> libero,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et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. Nunc lacus </a:t>
            </a:r>
            <a:r>
              <a:rPr lang="en-US" err="1"/>
              <a:t>mauris</a:t>
            </a:r>
            <a:r>
              <a:rPr lang="en-US"/>
              <a:t>, </a:t>
            </a:r>
            <a:r>
              <a:rPr lang="en-US" err="1"/>
              <a:t>sagittis</a:t>
            </a:r>
            <a:r>
              <a:rPr lang="en-US"/>
              <a:t> in </a:t>
            </a:r>
            <a:r>
              <a:rPr lang="en-US" err="1"/>
              <a:t>tortor</a:t>
            </a:r>
            <a:r>
              <a:rPr lang="en-US"/>
              <a:t> a,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</a:t>
            </a:r>
          </a:p>
          <a:p>
            <a:pPr lvl="0"/>
            <a:r>
              <a:rPr lang="en-US" err="1"/>
              <a:t>Nullam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auctor</a:t>
            </a:r>
            <a:r>
              <a:rPr lang="en-US"/>
              <a:t> ligula </a:t>
            </a:r>
            <a:r>
              <a:rPr lang="en-US" err="1"/>
              <a:t>feugiat</a:t>
            </a:r>
            <a:r>
              <a:rPr lang="en-US"/>
              <a:t>,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diam</a:t>
            </a:r>
            <a:r>
              <a:rPr lang="en-US"/>
              <a:t> non,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.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commodo</a:t>
            </a:r>
            <a:r>
              <a:rPr lang="en-US"/>
              <a:t>. </a:t>
            </a:r>
            <a:r>
              <a:rPr lang="en-US" err="1"/>
              <a:t>Vestibulum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nisi at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semper, </a:t>
            </a:r>
            <a:r>
              <a:rPr lang="en-US" err="1"/>
              <a:t>tincidunt</a:t>
            </a:r>
            <a:r>
              <a:rPr lang="en-US"/>
              <a:t> dolor a,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ipsum dolor, </a:t>
            </a:r>
            <a:r>
              <a:rPr lang="en-US" err="1"/>
              <a:t>condimentum</a:t>
            </a:r>
            <a:endParaRPr lang="en-US"/>
          </a:p>
          <a:p>
            <a:pPr lvl="0"/>
            <a:r>
              <a:rPr lang="en-US"/>
              <a:t>at nisi et,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fermentum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habitant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senectus</a:t>
            </a:r>
            <a:r>
              <a:rPr lang="en-US"/>
              <a:t> et </a:t>
            </a:r>
            <a:r>
              <a:rPr lang="en-US" err="1"/>
              <a:t>netus</a:t>
            </a:r>
            <a:r>
              <a:rPr lang="en-US"/>
              <a:t> et </a:t>
            </a:r>
            <a:r>
              <a:rPr lang="en-US" err="1"/>
              <a:t>malesuada</a:t>
            </a:r>
            <a:r>
              <a:rPr lang="en-US"/>
              <a:t> </a:t>
            </a:r>
            <a:br>
              <a:rPr lang="en-US"/>
            </a:br>
            <a:r>
              <a:rPr lang="en-US"/>
              <a:t>fames ac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951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92547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9" y="6435520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867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242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DBC29F-68B3-4805-9B0F-6C9F4A34CFE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487" y="715433"/>
            <a:ext cx="5615515" cy="402336"/>
          </a:xfrm>
        </p:spPr>
        <p:txBody>
          <a:bodyPr vert="horz" wrap="none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HEADLINE HERE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>
              <a:defRPr lang="en-US" smtClean="0"/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8B3201-D1EB-440A-A53D-D318BC0A55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715434"/>
            <a:ext cx="6096000" cy="402167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274320" tIns="45720" rIns="0" bIns="45720" rtlCol="0" anchor="ctr">
            <a:noAutofit/>
          </a:bodyPr>
          <a:lstStyle>
            <a:lvl1pPr>
              <a:defRPr lang="en-US" sz="1867" b="1" cap="none" spc="133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228594" indent="0">
              <a:buNone/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7622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actice_Right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DBC29F-68B3-4805-9B0F-6C9F4A34CFEB}"/>
              </a:ext>
            </a:extLst>
          </p:cNvPr>
          <p:cNvSpPr/>
          <p:nvPr userDrawn="1"/>
        </p:nvSpPr>
        <p:spPr>
          <a:xfrm>
            <a:off x="7612733" y="1"/>
            <a:ext cx="457926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487" y="305065"/>
            <a:ext cx="5615515" cy="410369"/>
          </a:xfrm>
        </p:spPr>
        <p:txBody>
          <a:bodyPr vert="horz" wrap="square" lIns="0" tIns="0" rIns="9144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headline here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>
              <a:defRPr lang="en-US" smtClean="0"/>
            </a:lvl1pPr>
          </a:lstStyle>
          <a:p>
            <a:fld id="{3A707DD9-E92B-45E8-BE0A-E6B2EDF345E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5812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ale_Case Study_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C22DCC-F9B2-478B-B3D4-71FB4CA9C0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2800" y="0"/>
            <a:ext cx="7569200" cy="6858000"/>
          </a:xfrm>
          <a:prstGeom prst="rect">
            <a:avLst/>
          </a:prstGeom>
        </p:spPr>
        <p:txBody>
          <a:bodyPr tIns="91440" bIns="1097280" anchor="ctr" anchorCtr="0"/>
          <a:lstStyle>
            <a:lvl1pPr marL="0" indent="0" algn="ctr">
              <a:buNone/>
              <a:defRPr sz="2133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488" y="723901"/>
            <a:ext cx="3197433" cy="820737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>
              <a:defRPr lang="en-US" smtClean="0"/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FF6B5EB-6BA4-4E0E-A8EC-9738DE52907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8367" y="304801"/>
            <a:ext cx="914400" cy="294217"/>
          </a:xfrm>
        </p:spPr>
        <p:txBody>
          <a:bodyPr anchor="ctr" anchorCtr="0">
            <a:noAutofit/>
          </a:bodyPr>
          <a:lstStyle>
            <a:lvl1pPr algn="ctr">
              <a:defRPr sz="1467" i="1">
                <a:solidFill>
                  <a:schemeClr val="bg2"/>
                </a:solidFill>
              </a:defRPr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41936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8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ale_Case Study_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DBC29F-68B3-4805-9B0F-6C9F4A34CFE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3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487" y="711418"/>
            <a:ext cx="5615515" cy="410369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headline here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>
              <a:defRPr lang="en-US" smtClean="0"/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8B3201-D1EB-440A-A53D-D318BC0A55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715434"/>
            <a:ext cx="6096000" cy="402167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274320" tIns="45720" rIns="0" bIns="45720" rtlCol="0" anchor="ctr">
            <a:noAutofit/>
          </a:bodyPr>
          <a:lstStyle>
            <a:lvl1pPr>
              <a:defRPr lang="en-US" sz="1867" b="1" cap="none" spc="133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228594" indent="0">
              <a:buNone/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D86373D-13B1-4535-9E58-61356F672B6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78367" y="304801"/>
            <a:ext cx="914400" cy="294217"/>
          </a:xfrm>
        </p:spPr>
        <p:txBody>
          <a:bodyPr anchor="ctr" anchorCtr="0">
            <a:noAutofit/>
          </a:bodyPr>
          <a:lstStyle>
            <a:lvl1pPr algn="ctr">
              <a:defRPr sz="1467" i="1">
                <a:solidFill>
                  <a:schemeClr val="bg2"/>
                </a:solidFill>
              </a:defRPr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6482133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C22DCC-F9B2-478B-B3D4-71FB4CA9C0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5692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20478" y="715434"/>
            <a:ext cx="3695273" cy="723901"/>
          </a:xfrm>
        </p:spPr>
        <p:txBody>
          <a:bodyPr vert="horz" wrap="none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>
              <a:defRPr lang="en-US" smtClean="0"/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82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84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480484" y="1439864"/>
            <a:ext cx="11119104" cy="4511040"/>
          </a:xfrm>
          <a:prstGeom prst="rect">
            <a:avLst/>
          </a:prstGeom>
        </p:spPr>
        <p:txBody>
          <a:bodyPr vert="horz" lIns="68576" tIns="34289" rIns="68576" bIns="34289" rtlCol="0">
            <a:normAutofit/>
          </a:bodyPr>
          <a:lstStyle>
            <a:lvl1pPr marL="173712" marR="0" indent="-173712" algn="l" defTabSz="457131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867" baseline="0">
                <a:solidFill>
                  <a:schemeClr val="tx1"/>
                </a:solidFill>
              </a:defRPr>
            </a:lvl1pPr>
            <a:lvl2pPr marL="742839" indent="-285710">
              <a:lnSpc>
                <a:spcPct val="120000"/>
              </a:lnSpc>
              <a:buClr>
                <a:schemeClr val="tx1"/>
              </a:buClr>
              <a:buSzPct val="100000"/>
              <a:buFont typeface="Lucida Grande"/>
              <a:buChar char="–"/>
              <a:defRPr sz="1600" baseline="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 sz="1467" baseline="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add bulleted list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  <a:br>
              <a:rPr lang="en-US"/>
            </a:br>
            <a:endParaRPr lang="en-US"/>
          </a:p>
          <a:p>
            <a:pPr lvl="0"/>
            <a:r>
              <a:rPr lang="en-US"/>
              <a:t>Click to add bulleted list</a:t>
            </a:r>
          </a:p>
          <a:p>
            <a:pPr lvl="0"/>
            <a:r>
              <a:rPr lang="en-US"/>
              <a:t>Click to add bulleted list</a:t>
            </a:r>
          </a:p>
          <a:p>
            <a:pPr lvl="0"/>
            <a:r>
              <a:rPr lang="en-US"/>
              <a:t>Click to add bulleted list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>
            <a:lvl1pPr>
              <a:defRPr lang="en-US" sz="3200" cap="all" baseline="0" dirty="0">
                <a:latin typeface="+mj-lt"/>
                <a:ea typeface="+mj-ea"/>
                <a:cs typeface="Arial Black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522917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503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- Clas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939800"/>
            <a:ext cx="6096000" cy="932688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>
            <a:lvl1pPr marL="0" indent="0" algn="l" defTabSz="457107" rtl="0" eaLnBrk="1" latinLnBrk="0" hangingPunct="1">
              <a:spcBef>
                <a:spcPct val="0"/>
              </a:spcBef>
              <a:buNone/>
              <a:defRPr lang="en-US" sz="2800" kern="1200" cap="all" baseline="0" dirty="0">
                <a:solidFill>
                  <a:schemeClr val="tx1"/>
                </a:solidFill>
                <a:latin typeface="+mj-lt"/>
                <a:ea typeface="+mj-ea"/>
                <a:cs typeface="Arial Black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ADD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406400" y="274320"/>
            <a:ext cx="1320800" cy="66548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logo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5" y="955040"/>
            <a:ext cx="6096001" cy="467784"/>
          </a:xfrm>
          <a:prstGeom prst="rect">
            <a:avLst/>
          </a:prstGeom>
          <a:solidFill>
            <a:schemeClr val="accent2"/>
          </a:solidFill>
        </p:spPr>
        <p:txBody>
          <a:bodyPr lIns="365760" anchor="ctr" anchorCtr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462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4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C22DCC-F9B2-478B-B3D4-71FB4CA9C0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2800" y="0"/>
            <a:ext cx="75692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0488" y="715434"/>
            <a:ext cx="3197433" cy="723901"/>
          </a:xfrm>
        </p:spPr>
        <p:txBody>
          <a:bodyPr vert="horz" wrap="none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PLEASE ADD SLIDE </a:t>
            </a:r>
            <a:br>
              <a:rPr lang="en-US"/>
            </a:br>
            <a:r>
              <a:rPr lang="en-US"/>
              <a:t>HEADLINE HERE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>
              <a:defRPr lang="en-US" smtClean="0"/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84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939800"/>
            <a:ext cx="4622800" cy="932688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>
            <a:lvl1pPr>
              <a:defRPr lang="en-US" sz="2667" cap="all" baseline="0" dirty="0">
                <a:latin typeface="+mj-lt"/>
                <a:ea typeface="+mj-ea"/>
                <a:cs typeface="Arial Black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ADD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406400" y="274320"/>
            <a:ext cx="1320800" cy="66548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logo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4622800" y="0"/>
            <a:ext cx="75692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8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4">
          <p15:clr>
            <a:srgbClr val="FBAE40"/>
          </p15:clr>
        </p15:guide>
        <p15:guide id="2" pos="218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92546" y="955249"/>
            <a:ext cx="1140690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884588" y="6435519"/>
            <a:ext cx="1831163" cy="422483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1067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869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lIns="274300" tIns="34290" rIns="68576" bIns="34290" anchor="ctr" anchorCtr="0">
            <a:normAutofit/>
          </a:bodyPr>
          <a:lstStyle>
            <a:lvl1pPr algn="l">
              <a:defRPr lang="en-US" sz="2800" baseline="0" dirty="0">
                <a:latin typeface="Trebuchet MS" panose="020B0603020202020204" pitchFamily="34" charset="0"/>
                <a:cs typeface="Arial Black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982584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03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9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29.xml"/><Relationship Id="rId34" Type="http://schemas.openxmlformats.org/officeDocument/2006/relationships/slideLayout" Target="../slideLayouts/slideLayout42.xml"/><Relationship Id="rId42" Type="http://schemas.openxmlformats.org/officeDocument/2006/relationships/slideLayout" Target="../slideLayouts/slideLayout50.xml"/><Relationship Id="rId47" Type="http://schemas.openxmlformats.org/officeDocument/2006/relationships/slideLayout" Target="../slideLayouts/slideLayout55.xml"/><Relationship Id="rId50" Type="http://schemas.openxmlformats.org/officeDocument/2006/relationships/image" Target="../media/image5.png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40.xml"/><Relationship Id="rId37" Type="http://schemas.openxmlformats.org/officeDocument/2006/relationships/slideLayout" Target="../slideLayouts/slideLayout45.xml"/><Relationship Id="rId40" Type="http://schemas.openxmlformats.org/officeDocument/2006/relationships/slideLayout" Target="../slideLayouts/slideLayout48.xml"/><Relationship Id="rId45" Type="http://schemas.openxmlformats.org/officeDocument/2006/relationships/slideLayout" Target="../slideLayouts/slideLayout53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44.xml"/><Relationship Id="rId49" Type="http://schemas.openxmlformats.org/officeDocument/2006/relationships/tags" Target="../tags/tag1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31" Type="http://schemas.openxmlformats.org/officeDocument/2006/relationships/slideLayout" Target="../slideLayouts/slideLayout39.xml"/><Relationship Id="rId44" Type="http://schemas.openxmlformats.org/officeDocument/2006/relationships/slideLayout" Target="../slideLayouts/slideLayout5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5.xml"/><Relationship Id="rId30" Type="http://schemas.openxmlformats.org/officeDocument/2006/relationships/slideLayout" Target="../slideLayouts/slideLayout38.xml"/><Relationship Id="rId35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51.xml"/><Relationship Id="rId48" Type="http://schemas.openxmlformats.org/officeDocument/2006/relationships/theme" Target="../theme/theme2.xml"/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41.xml"/><Relationship Id="rId38" Type="http://schemas.openxmlformats.org/officeDocument/2006/relationships/slideLayout" Target="../slideLayouts/slideLayout46.xml"/><Relationship Id="rId4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28.xml"/><Relationship Id="rId41" Type="http://schemas.openxmlformats.org/officeDocument/2006/relationships/slideLayout" Target="../slideLayouts/slideLayout49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75309"/>
            <a:ext cx="12206941" cy="39763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sz="1900"/>
          </a:p>
        </p:txBody>
      </p:sp>
      <p:sp>
        <p:nvSpPr>
          <p:cNvPr id="3" name="TextBox 2"/>
          <p:cNvSpPr txBox="1"/>
          <p:nvPr/>
        </p:nvSpPr>
        <p:spPr>
          <a:xfrm>
            <a:off x="9894817" y="6533387"/>
            <a:ext cx="1991360" cy="26160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r"/>
            <a:fld id="{C2C0EDAD-27A0-9447-9004-E733B36B95C3}" type="slidenum">
              <a:rPr lang="en-US" sz="1100" b="0" i="0" smtClean="0">
                <a:solidFill>
                  <a:srgbClr val="CCCCCC"/>
                </a:solidFill>
                <a:latin typeface="Trebuchet MS"/>
                <a:cs typeface="Trebuchet MS"/>
              </a:rPr>
              <a:pPr algn="r"/>
              <a:t>‹#›</a:t>
            </a:fld>
            <a:endParaRPr lang="en-US" sz="1100" b="0" i="0">
              <a:solidFill>
                <a:srgbClr val="CCCCCC"/>
              </a:solidFill>
              <a:latin typeface="Trebuchet MS"/>
              <a:cs typeface="Trebuchet MS"/>
            </a:endParaRPr>
          </a:p>
        </p:txBody>
      </p:sp>
      <p:cxnSp>
        <p:nvCxnSpPr>
          <p:cNvPr id="26" name="Shape 219"/>
          <p:cNvCxnSpPr/>
          <p:nvPr userDrawn="1"/>
        </p:nvCxnSpPr>
        <p:spPr>
          <a:xfrm>
            <a:off x="747147" y="6614013"/>
            <a:ext cx="0" cy="12344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7" name="Shape 220"/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166124" y="6604641"/>
            <a:ext cx="476249" cy="169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28" y="6595117"/>
            <a:ext cx="169417" cy="169417"/>
          </a:xfrm>
          <a:prstGeom prst="rect">
            <a:avLst/>
          </a:prstGeom>
        </p:spPr>
      </p:pic>
      <p:sp>
        <p:nvSpPr>
          <p:cNvPr id="30" name="Shape 218"/>
          <p:cNvSpPr txBox="1"/>
          <p:nvPr userDrawn="1"/>
        </p:nvSpPr>
        <p:spPr>
          <a:xfrm>
            <a:off x="1021341" y="6595117"/>
            <a:ext cx="1158451" cy="169417"/>
          </a:xfrm>
          <a:prstGeom prst="rect">
            <a:avLst/>
          </a:prstGeom>
          <a:noFill/>
          <a:ln>
            <a:noFill/>
          </a:ln>
        </p:spPr>
        <p:txBody>
          <a:bodyPr lIns="68572" tIns="34274" rIns="68572" bIns="34274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EPAM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26654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5" r:id="rId4"/>
    <p:sldLayoutId id="2147483676" r:id="rId5"/>
    <p:sldLayoutId id="2147483677" r:id="rId6"/>
    <p:sldLayoutId id="2147483679" r:id="rId7"/>
    <p:sldLayoutId id="2147483680" r:id="rId8"/>
  </p:sldLayoutIdLst>
  <p:txStyles>
    <p:titleStyle>
      <a:lvl1pPr algn="ctr" defTabSz="45716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74" indent="-342874" algn="l" defTabSz="457167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95" indent="-285730" algn="l" defTabSz="45716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457167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45716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45716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45716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45716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45716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45716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6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45716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45716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45716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45716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45716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45716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45716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45716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480486" y="300785"/>
            <a:ext cx="11235265" cy="41036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Please add slide headline 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75DCCA-8D50-4444-96D5-61FB20C63FB0}"/>
              </a:ext>
            </a:extLst>
          </p:cNvPr>
          <p:cNvSpPr txBox="1"/>
          <p:nvPr userDrawn="1"/>
        </p:nvSpPr>
        <p:spPr>
          <a:xfrm>
            <a:off x="1143600" y="6537017"/>
            <a:ext cx="1762160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/>
          <a:p>
            <a:pPr marL="0" marR="0" lvl="0" indent="0" algn="l" defTabSz="4567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spc="20">
                <a:solidFill>
                  <a:schemeClr val="tx2"/>
                </a:solidFill>
                <a:cs typeface="Trebuchet MS"/>
              </a:rPr>
              <a:t>CONFIDENTIAL. </a:t>
            </a:r>
            <a:r>
              <a:rPr lang="en-US" sz="800" kern="120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Copyright © 2019</a:t>
            </a:r>
            <a:endParaRPr lang="en-US" sz="800" kern="0" spc="20">
              <a:solidFill>
                <a:schemeClr val="tx2"/>
              </a:solidFill>
              <a:cs typeface="Trebuchet M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585780B-226B-4A38-AFF3-E0B74E309CC9}"/>
              </a:ext>
            </a:extLst>
          </p:cNvPr>
          <p:cNvCxnSpPr/>
          <p:nvPr userDrawn="1"/>
        </p:nvCxnSpPr>
        <p:spPr>
          <a:xfrm>
            <a:off x="1140212" y="6565731"/>
            <a:ext cx="0" cy="164592"/>
          </a:xfrm>
          <a:prstGeom prst="line">
            <a:avLst/>
          </a:prstGeom>
          <a:ln w="3175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2872A7-07EE-484E-86AC-1C5DE9E0C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485" y="1439333"/>
            <a:ext cx="11235257" cy="4885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49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accent1"/>
              </a:solidFill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FDF414F-02E5-42CB-B526-A04C54E7052D}"/>
              </a:ext>
            </a:extLst>
          </p:cNvPr>
          <p:cNvSpPr txBox="1">
            <a:spLocks/>
          </p:cNvSpPr>
          <p:nvPr userDrawn="1"/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91368" tIns="45719" rIns="91368" bIns="45719" rtlCol="0" anchor="ctr">
            <a:noAutofit/>
          </a:bodyPr>
          <a:lstStyle>
            <a:defPPr>
              <a:defRPr lang="en-US"/>
            </a:defPPr>
            <a:lvl1pPr marR="0" lvl="0" indent="0" defTabSz="342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kern="0" spc="15">
                <a:solidFill>
                  <a:srgbClr val="474648"/>
                </a:solidFill>
                <a:cs typeface="Trebuchet M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fld id="{07FA7470-6506-4B71-AD87-6F7FA0DD0168}" type="slidenum">
              <a:rPr lang="en-US" sz="1067" smtClean="0">
                <a:solidFill>
                  <a:schemeClr val="tx2"/>
                </a:solidFill>
              </a:rPr>
              <a:pPr lvl="0" algn="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F5F36D-CE79-4B81-87CD-75951D4E1AE3}"/>
              </a:ext>
            </a:extLst>
          </p:cNvPr>
          <p:cNvPicPr>
            <a:picLocks noChangeAspect="1"/>
          </p:cNvPicPr>
          <p:nvPr userDrawn="1"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89" y="6498425"/>
            <a:ext cx="702720" cy="35195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9780694" y="6537017"/>
            <a:ext cx="1962151" cy="243840"/>
          </a:xfrm>
          <a:prstGeom prst="rect">
            <a:avLst/>
          </a:prstGeom>
          <a:noFill/>
        </p:spPr>
        <p:txBody>
          <a:bodyPr wrap="square" lIns="68526" tIns="34289" rIns="68526" bIns="34289" rtlCol="0" anchor="ctr">
            <a:noAutofit/>
          </a:bodyPr>
          <a:lstStyle>
            <a:lvl1pPr>
              <a:defRPr lang="en-US" sz="1067" kern="0" spc="20" smtClean="0">
                <a:solidFill>
                  <a:schemeClr val="tx2"/>
                </a:solidFill>
                <a:cs typeface="Trebuchet MS"/>
              </a:defRPr>
            </a:lvl1pPr>
          </a:lstStyle>
          <a:p>
            <a:pPr algn="r" defTabSz="456711"/>
            <a:fld id="{04825EE3-D40C-4F67-95F2-2B3AD93195DA}" type="slidenum">
              <a:rPr lang="en-US" smtClean="0"/>
              <a:pPr algn="r" defTabSz="45671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45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  <p:sldLayoutId id="2147483713" r:id="rId32"/>
    <p:sldLayoutId id="2147483714" r:id="rId33"/>
    <p:sldLayoutId id="2147483715" r:id="rId34"/>
    <p:sldLayoutId id="2147483716" r:id="rId35"/>
    <p:sldLayoutId id="2147483717" r:id="rId36"/>
    <p:sldLayoutId id="2147483718" r:id="rId37"/>
    <p:sldLayoutId id="2147483719" r:id="rId38"/>
    <p:sldLayoutId id="2147483720" r:id="rId39"/>
    <p:sldLayoutId id="2147483721" r:id="rId40"/>
    <p:sldLayoutId id="2147483722" r:id="rId41"/>
    <p:sldLayoutId id="2147483723" r:id="rId42"/>
    <p:sldLayoutId id="2147483724" r:id="rId43"/>
    <p:sldLayoutId id="2147483725" r:id="rId44"/>
    <p:sldLayoutId id="2147483726" r:id="rId45"/>
    <p:sldLayoutId id="2147483727" r:id="rId46"/>
    <p:sldLayoutId id="2147483728" r:id="rId47"/>
  </p:sldLayoutIdLst>
  <p:hf hdr="0" ftr="0" dt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sz="2667" b="0" kern="1200" cap="none" spc="13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ts val="2133"/>
        </a:lnSpc>
        <a:spcBef>
          <a:spcPts val="352"/>
        </a:spcBef>
        <a:spcAft>
          <a:spcPts val="400"/>
        </a:spcAft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243834" indent="-243834" algn="l" defTabSz="1219170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0128" algn="l" defTabSz="1219170" rtl="0" eaLnBrk="1" latinLnBrk="0" hangingPunct="1">
        <a:lnSpc>
          <a:spcPct val="90000"/>
        </a:lnSpc>
        <a:spcBef>
          <a:spcPts val="667"/>
        </a:spcBef>
        <a:buClr>
          <a:schemeClr val="tx2"/>
        </a:buClr>
        <a:buFont typeface="Calibri" panose="020F0502020204030204" pitchFamily="34" charset="0"/>
        <a:buChar char="-"/>
        <a:defRPr sz="1867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209745" indent="-380990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indent="0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>
          <p15:clr>
            <a:srgbClr val="F26B43"/>
          </p15:clr>
        </p15:guide>
        <p15:guide id="2" orient="horz" pos="338">
          <p15:clr>
            <a:srgbClr val="F26B43"/>
          </p15:clr>
        </p15:guide>
        <p15:guide id="3" orient="horz" pos="680">
          <p15:clr>
            <a:srgbClr val="F26B43"/>
          </p15:clr>
        </p15:guide>
        <p15:guide id="5" pos="226">
          <p15:clr>
            <a:srgbClr val="F26B43"/>
          </p15:clr>
        </p15:guide>
        <p15:guide id="6" pos="5535">
          <p15:clr>
            <a:srgbClr val="F26B43"/>
          </p15:clr>
        </p15:guide>
        <p15:guide id="7" orient="horz" pos="896">
          <p15:clr>
            <a:srgbClr val="F26B43"/>
          </p15:clr>
        </p15:guide>
        <p15:guide id="8" pos="2736">
          <p15:clr>
            <a:srgbClr val="F26B43"/>
          </p15:clr>
        </p15:guide>
        <p15:guide id="9" pos="3024">
          <p15:clr>
            <a:srgbClr val="F26B43"/>
          </p15:clr>
        </p15:guide>
        <p15:guide id="10" orient="horz" pos="2988">
          <p15:clr>
            <a:srgbClr val="F26B43"/>
          </p15:clr>
        </p15:guide>
        <p15:guide id="11" orient="horz" pos="3084">
          <p15:clr>
            <a:srgbClr val="F26B43"/>
          </p15:clr>
        </p15:guide>
        <p15:guide id="12" orient="horz" pos="31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B3D2C5-F27D-499A-BDF5-26208AE51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865335"/>
              </p:ext>
            </p:extLst>
          </p:nvPr>
        </p:nvGraphicFramePr>
        <p:xfrm>
          <a:off x="1249257" y="3884"/>
          <a:ext cx="10937260" cy="357258"/>
        </p:xfrm>
        <a:graphic>
          <a:graphicData uri="http://schemas.openxmlformats.org/drawingml/2006/table">
            <a:tbl>
              <a:tblPr firstRow="1" bandRow="1"/>
              <a:tblGrid>
                <a:gridCol w="1093726">
                  <a:extLst>
                    <a:ext uri="{9D8B030D-6E8A-4147-A177-3AD203B41FA5}">
                      <a16:colId xmlns:a16="http://schemas.microsoft.com/office/drawing/2014/main" val="1648856247"/>
                    </a:ext>
                  </a:extLst>
                </a:gridCol>
                <a:gridCol w="1093726">
                  <a:extLst>
                    <a:ext uri="{9D8B030D-6E8A-4147-A177-3AD203B41FA5}">
                      <a16:colId xmlns:a16="http://schemas.microsoft.com/office/drawing/2014/main" val="3342542318"/>
                    </a:ext>
                  </a:extLst>
                </a:gridCol>
                <a:gridCol w="1093726">
                  <a:extLst>
                    <a:ext uri="{9D8B030D-6E8A-4147-A177-3AD203B41FA5}">
                      <a16:colId xmlns:a16="http://schemas.microsoft.com/office/drawing/2014/main" val="2080149141"/>
                    </a:ext>
                  </a:extLst>
                </a:gridCol>
                <a:gridCol w="1093726">
                  <a:extLst>
                    <a:ext uri="{9D8B030D-6E8A-4147-A177-3AD203B41FA5}">
                      <a16:colId xmlns:a16="http://schemas.microsoft.com/office/drawing/2014/main" val="968421102"/>
                    </a:ext>
                  </a:extLst>
                </a:gridCol>
                <a:gridCol w="1093726">
                  <a:extLst>
                    <a:ext uri="{9D8B030D-6E8A-4147-A177-3AD203B41FA5}">
                      <a16:colId xmlns:a16="http://schemas.microsoft.com/office/drawing/2014/main" val="597379726"/>
                    </a:ext>
                  </a:extLst>
                </a:gridCol>
                <a:gridCol w="1093726">
                  <a:extLst>
                    <a:ext uri="{9D8B030D-6E8A-4147-A177-3AD203B41FA5}">
                      <a16:colId xmlns:a16="http://schemas.microsoft.com/office/drawing/2014/main" val="2247866911"/>
                    </a:ext>
                  </a:extLst>
                </a:gridCol>
                <a:gridCol w="1093726">
                  <a:extLst>
                    <a:ext uri="{9D8B030D-6E8A-4147-A177-3AD203B41FA5}">
                      <a16:colId xmlns:a16="http://schemas.microsoft.com/office/drawing/2014/main" val="2961229865"/>
                    </a:ext>
                  </a:extLst>
                </a:gridCol>
                <a:gridCol w="1093726">
                  <a:extLst>
                    <a:ext uri="{9D8B030D-6E8A-4147-A177-3AD203B41FA5}">
                      <a16:colId xmlns:a16="http://schemas.microsoft.com/office/drawing/2014/main" val="902139973"/>
                    </a:ext>
                  </a:extLst>
                </a:gridCol>
                <a:gridCol w="1093726">
                  <a:extLst>
                    <a:ext uri="{9D8B030D-6E8A-4147-A177-3AD203B41FA5}">
                      <a16:colId xmlns:a16="http://schemas.microsoft.com/office/drawing/2014/main" val="1532389417"/>
                    </a:ext>
                  </a:extLst>
                </a:gridCol>
                <a:gridCol w="1093726">
                  <a:extLst>
                    <a:ext uri="{9D8B030D-6E8A-4147-A177-3AD203B41FA5}">
                      <a16:colId xmlns:a16="http://schemas.microsoft.com/office/drawing/2014/main" val="3218935155"/>
                    </a:ext>
                  </a:extLst>
                </a:gridCol>
              </a:tblGrid>
              <a:tr h="357258"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baseline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Month 0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baseline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(MARCH)</a:t>
                      </a:r>
                      <a:endParaRPr lang="en-US" sz="900" b="1" i="0">
                        <a:solidFill>
                          <a:schemeClr val="bg1"/>
                        </a:solidFill>
                        <a:latin typeface="Trebuchet MS"/>
                        <a:cs typeface="Trebuchet MS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547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Month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(APRIL)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547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Month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(MAY)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547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Month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(JUNE)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547"/>
                    </a:solidFill>
                  </a:tcPr>
                </a:tc>
                <a:tc>
                  <a:txBody>
                    <a:bodyPr/>
                    <a:lstStyle>
                      <a:lvl1pPr marL="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09585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19170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82875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43833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047924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657509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267093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4876678" algn="l" defTabSz="121917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Month 4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(JULY)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5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Month 5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(AUGUST)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5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Month 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(SEPTEMBER)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5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Month 7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(OCTOBER)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5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Month 8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(NOVEMBER)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5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Month 9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(DECEMBER)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45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078896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6899532B-5F95-4A7C-BF02-50AAFC55B6A2}"/>
              </a:ext>
            </a:extLst>
          </p:cNvPr>
          <p:cNvGrpSpPr/>
          <p:nvPr/>
        </p:nvGrpSpPr>
        <p:grpSpPr>
          <a:xfrm>
            <a:off x="4946" y="6241368"/>
            <a:ext cx="2695790" cy="616632"/>
            <a:chOff x="4946" y="6241368"/>
            <a:chExt cx="2695790" cy="61663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05812E9-96CA-49FD-A5AF-25591A2D1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745" y="6481647"/>
              <a:ext cx="2595991" cy="331976"/>
            </a:xfrm>
            <a:prstGeom prst="rect">
              <a:avLst/>
            </a:prstGeom>
          </p:spPr>
        </p:pic>
        <p:pic>
          <p:nvPicPr>
            <p:cNvPr id="1026" name="Picture 2" descr="Опубликован производственный календарь на 2019 год!">
              <a:extLst>
                <a:ext uri="{FF2B5EF4-FFF2-40B4-BE49-F238E27FC236}">
                  <a16:creationId xmlns:a16="http://schemas.microsoft.com/office/drawing/2014/main" id="{A0E6B61C-5956-49A7-9D2C-504CE410C3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6" y="6241368"/>
              <a:ext cx="821290" cy="616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385718E-C2C1-40AA-827B-E7C377C1267C}"/>
              </a:ext>
            </a:extLst>
          </p:cNvPr>
          <p:cNvCxnSpPr>
            <a:cxnSpLocks/>
          </p:cNvCxnSpPr>
          <p:nvPr/>
        </p:nvCxnSpPr>
        <p:spPr>
          <a:xfrm>
            <a:off x="1104153" y="6780348"/>
            <a:ext cx="2378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EB9794F-9C2E-4379-A30A-F4783042D08F}"/>
              </a:ext>
            </a:extLst>
          </p:cNvPr>
          <p:cNvSpPr txBox="1"/>
          <p:nvPr/>
        </p:nvSpPr>
        <p:spPr>
          <a:xfrm>
            <a:off x="3388348" y="6608051"/>
            <a:ext cx="622118" cy="33149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91440" tIns="45720" rIns="91440" bIns="45720" rtlCol="0" anchor="ctr"/>
          <a:lstStyle/>
          <a:p>
            <a:pPr algn="ctr" defTabSz="914400"/>
            <a:r>
              <a:rPr lang="en-US" sz="1200" b="1" kern="0" dirty="0"/>
              <a:t>4/27</a:t>
            </a:r>
            <a:endParaRPr lang="en-US" sz="1200" b="1" kern="0" dirty="0">
              <a:solidFill>
                <a:sysClr val="windowText" lastClr="00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D05179-8E50-4FE9-BAFB-5F461BB67DE6}"/>
              </a:ext>
            </a:extLst>
          </p:cNvPr>
          <p:cNvCxnSpPr>
            <a:cxnSpLocks/>
          </p:cNvCxnSpPr>
          <p:nvPr/>
        </p:nvCxnSpPr>
        <p:spPr>
          <a:xfrm>
            <a:off x="1243097" y="46107"/>
            <a:ext cx="0" cy="558395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A011BA2-791C-4A9E-A863-109183487DE1}"/>
              </a:ext>
            </a:extLst>
          </p:cNvPr>
          <p:cNvCxnSpPr>
            <a:cxnSpLocks/>
          </p:cNvCxnSpPr>
          <p:nvPr/>
        </p:nvCxnSpPr>
        <p:spPr>
          <a:xfrm flipH="1">
            <a:off x="0" y="1650921"/>
            <a:ext cx="12118782" cy="8397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7FEED98-3416-4011-883C-6E72E8630A83}"/>
              </a:ext>
            </a:extLst>
          </p:cNvPr>
          <p:cNvSpPr txBox="1"/>
          <p:nvPr/>
        </p:nvSpPr>
        <p:spPr>
          <a:xfrm>
            <a:off x="42176" y="1237238"/>
            <a:ext cx="156850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dirty="0"/>
              <a:t>FINANCE</a:t>
            </a:r>
            <a:endParaRPr lang="en-US" sz="3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045840-C589-401A-B82A-CC8335191FCD}"/>
              </a:ext>
            </a:extLst>
          </p:cNvPr>
          <p:cNvSpPr txBox="1"/>
          <p:nvPr/>
        </p:nvSpPr>
        <p:spPr>
          <a:xfrm>
            <a:off x="20219" y="1876806"/>
            <a:ext cx="132410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sz="1100" b="1"/>
            </a:lvl1pPr>
          </a:lstStyle>
          <a:p>
            <a:r>
              <a:rPr lang="en-US" sz="1400" dirty="0"/>
              <a:t>CREDIT DEP</a:t>
            </a:r>
            <a:endParaRPr lang="en-US" sz="1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C8A76E-C658-4B60-B59B-3323111456C1}"/>
              </a:ext>
            </a:extLst>
          </p:cNvPr>
          <p:cNvSpPr txBox="1"/>
          <p:nvPr/>
        </p:nvSpPr>
        <p:spPr>
          <a:xfrm>
            <a:off x="34606" y="2469044"/>
            <a:ext cx="144656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sz="1100" b="1"/>
            </a:lvl1pPr>
          </a:lstStyle>
          <a:p>
            <a:r>
              <a:rPr lang="en-US" sz="1400" dirty="0"/>
              <a:t>AGENTS</a:t>
            </a:r>
            <a:endParaRPr lang="en-US" sz="1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ECD29E-85C1-483E-B601-D6BE392BF084}"/>
              </a:ext>
            </a:extLst>
          </p:cNvPr>
          <p:cNvSpPr txBox="1"/>
          <p:nvPr/>
        </p:nvSpPr>
        <p:spPr>
          <a:xfrm>
            <a:off x="-10474" y="3086367"/>
            <a:ext cx="121887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r>
              <a:rPr lang="en-US" sz="1400" dirty="0"/>
              <a:t>MARKETING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408FA03-FD9A-4A2D-9D2C-C8ED7000B609}"/>
              </a:ext>
            </a:extLst>
          </p:cNvPr>
          <p:cNvCxnSpPr>
            <a:cxnSpLocks/>
          </p:cNvCxnSpPr>
          <p:nvPr/>
        </p:nvCxnSpPr>
        <p:spPr>
          <a:xfrm flipH="1">
            <a:off x="25821" y="2907609"/>
            <a:ext cx="12118782" cy="8397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21544A8-F438-41AB-A8A5-688B681FBB87}"/>
              </a:ext>
            </a:extLst>
          </p:cNvPr>
          <p:cNvCxnSpPr>
            <a:cxnSpLocks/>
          </p:cNvCxnSpPr>
          <p:nvPr/>
        </p:nvCxnSpPr>
        <p:spPr>
          <a:xfrm flipH="1">
            <a:off x="214" y="3564402"/>
            <a:ext cx="12118782" cy="8397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2EA3054A-BDB7-4F6D-AEE8-7E964B462F89}"/>
              </a:ext>
            </a:extLst>
          </p:cNvPr>
          <p:cNvSpPr/>
          <p:nvPr/>
        </p:nvSpPr>
        <p:spPr>
          <a:xfrm>
            <a:off x="3474192" y="1082304"/>
            <a:ext cx="1037057" cy="552889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DEV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7E5557D-5CF0-4B25-9D50-A67876EB8AB6}"/>
              </a:ext>
            </a:extLst>
          </p:cNvPr>
          <p:cNvSpPr/>
          <p:nvPr/>
        </p:nvSpPr>
        <p:spPr>
          <a:xfrm>
            <a:off x="4527266" y="1081599"/>
            <a:ext cx="1050958" cy="54733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QA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1BDB027-7543-48D7-8ADF-DBFE26FF2CC6}"/>
              </a:ext>
            </a:extLst>
          </p:cNvPr>
          <p:cNvCxnSpPr>
            <a:cxnSpLocks/>
          </p:cNvCxnSpPr>
          <p:nvPr/>
        </p:nvCxnSpPr>
        <p:spPr>
          <a:xfrm flipH="1">
            <a:off x="0" y="2287796"/>
            <a:ext cx="12118782" cy="8397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F75A06B6-C76A-4572-AA7F-D431576E9B86}"/>
              </a:ext>
            </a:extLst>
          </p:cNvPr>
          <p:cNvSpPr/>
          <p:nvPr/>
        </p:nvSpPr>
        <p:spPr>
          <a:xfrm>
            <a:off x="5612334" y="1080149"/>
            <a:ext cx="1066142" cy="55189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PROD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1A616D2-C48D-4F52-A693-83E0E546EDCC}"/>
              </a:ext>
            </a:extLst>
          </p:cNvPr>
          <p:cNvCxnSpPr>
            <a:cxnSpLocks/>
          </p:cNvCxnSpPr>
          <p:nvPr/>
        </p:nvCxnSpPr>
        <p:spPr>
          <a:xfrm flipH="1">
            <a:off x="-8943" y="1030406"/>
            <a:ext cx="12118782" cy="8397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B79BDA3-F1D4-47AD-99BE-46D07B780227}"/>
              </a:ext>
            </a:extLst>
          </p:cNvPr>
          <p:cNvSpPr txBox="1"/>
          <p:nvPr/>
        </p:nvSpPr>
        <p:spPr>
          <a:xfrm>
            <a:off x="42175" y="531327"/>
            <a:ext cx="1205579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>
                <a:cs typeface="Calibri"/>
              </a:rPr>
              <a:t>INSURANCE</a:t>
            </a:r>
            <a:endParaRPr lang="en-US" sz="1400" b="1" dirty="0">
              <a:cs typeface="Calibri"/>
            </a:endParaRPr>
          </a:p>
          <a:p>
            <a:r>
              <a:rPr lang="en-US" sz="1200" i="1" dirty="0">
                <a:solidFill>
                  <a:srgbClr val="FF0000"/>
                </a:solidFill>
                <a:cs typeface="Calibri"/>
              </a:rPr>
              <a:t>(to be discussed)</a:t>
            </a:r>
            <a:endParaRPr lang="en-US" sz="1400" i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9721AE-7569-B013-C773-432C8509707E}"/>
              </a:ext>
            </a:extLst>
          </p:cNvPr>
          <p:cNvSpPr txBox="1"/>
          <p:nvPr/>
        </p:nvSpPr>
        <p:spPr>
          <a:xfrm>
            <a:off x="4823" y="3760533"/>
            <a:ext cx="121887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r>
              <a:rPr lang="en-US" sz="1400"/>
              <a:t>MISC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0C08B7-21B7-F86F-D8C3-8E38DE938793}"/>
              </a:ext>
            </a:extLst>
          </p:cNvPr>
          <p:cNvSpPr txBox="1"/>
          <p:nvPr/>
        </p:nvSpPr>
        <p:spPr>
          <a:xfrm>
            <a:off x="-2246" y="4415878"/>
            <a:ext cx="121887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r>
              <a:rPr lang="en-US" sz="1400"/>
              <a:t>OTHER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45D16D-1AE2-9000-00A8-E6E83451ECEC}"/>
              </a:ext>
            </a:extLst>
          </p:cNvPr>
          <p:cNvCxnSpPr>
            <a:cxnSpLocks/>
          </p:cNvCxnSpPr>
          <p:nvPr/>
        </p:nvCxnSpPr>
        <p:spPr>
          <a:xfrm flipH="1">
            <a:off x="25821" y="4246284"/>
            <a:ext cx="12118782" cy="8397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070DA6-64E8-7A89-5E3B-51B7A7018F43}"/>
              </a:ext>
            </a:extLst>
          </p:cNvPr>
          <p:cNvCxnSpPr>
            <a:cxnSpLocks/>
          </p:cNvCxnSpPr>
          <p:nvPr/>
        </p:nvCxnSpPr>
        <p:spPr>
          <a:xfrm flipH="1">
            <a:off x="-8943" y="4872700"/>
            <a:ext cx="12118782" cy="8397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E6C2EC2-A417-F930-5C66-A5080F6D172B}"/>
              </a:ext>
            </a:extLst>
          </p:cNvPr>
          <p:cNvSpPr/>
          <p:nvPr/>
        </p:nvSpPr>
        <p:spPr>
          <a:xfrm>
            <a:off x="4563383" y="437269"/>
            <a:ext cx="2201093" cy="552889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DEV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4A8F93-E902-8179-3B77-2264A3610A9C}"/>
              </a:ext>
            </a:extLst>
          </p:cNvPr>
          <p:cNvSpPr/>
          <p:nvPr/>
        </p:nvSpPr>
        <p:spPr>
          <a:xfrm>
            <a:off x="6788869" y="442291"/>
            <a:ext cx="1012006" cy="54733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QA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C67FD3-AA40-FE76-BC78-8AC0567371AE}"/>
              </a:ext>
            </a:extLst>
          </p:cNvPr>
          <p:cNvSpPr/>
          <p:nvPr/>
        </p:nvSpPr>
        <p:spPr>
          <a:xfrm>
            <a:off x="7862687" y="431753"/>
            <a:ext cx="1037570" cy="547866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 dirty="0">
                <a:solidFill>
                  <a:schemeClr val="bg1"/>
                </a:solidFill>
              </a:rPr>
              <a:t>STAGE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0947A9-493B-D746-3F09-A83944F703F6}"/>
              </a:ext>
            </a:extLst>
          </p:cNvPr>
          <p:cNvSpPr/>
          <p:nvPr/>
        </p:nvSpPr>
        <p:spPr>
          <a:xfrm>
            <a:off x="9072143" y="428525"/>
            <a:ext cx="985953" cy="55189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PROD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D8A5AA-8E57-D3B5-39E4-AAB83DF3DAA0}"/>
              </a:ext>
            </a:extLst>
          </p:cNvPr>
          <p:cNvSpPr/>
          <p:nvPr/>
        </p:nvSpPr>
        <p:spPr>
          <a:xfrm>
            <a:off x="4558977" y="1705140"/>
            <a:ext cx="1015042" cy="552889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DEV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AEC47E-114C-09F1-9766-80C8AA7EB108}"/>
              </a:ext>
            </a:extLst>
          </p:cNvPr>
          <p:cNvSpPr/>
          <p:nvPr/>
        </p:nvSpPr>
        <p:spPr>
          <a:xfrm>
            <a:off x="5619309" y="1710691"/>
            <a:ext cx="1050958" cy="54733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QA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92ECF-C7EB-1410-C911-8F1815C88339}"/>
              </a:ext>
            </a:extLst>
          </p:cNvPr>
          <p:cNvSpPr/>
          <p:nvPr/>
        </p:nvSpPr>
        <p:spPr>
          <a:xfrm>
            <a:off x="7841245" y="1688593"/>
            <a:ext cx="939763" cy="55189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PROD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815B0F-CB1A-0598-CEEA-27CD84930335}"/>
              </a:ext>
            </a:extLst>
          </p:cNvPr>
          <p:cNvSpPr/>
          <p:nvPr/>
        </p:nvSpPr>
        <p:spPr>
          <a:xfrm>
            <a:off x="2739652" y="1088280"/>
            <a:ext cx="672394" cy="543818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SANDBOX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46C34B-B579-7BFD-1D66-935E0BEB8D15}"/>
              </a:ext>
            </a:extLst>
          </p:cNvPr>
          <p:cNvSpPr/>
          <p:nvPr/>
        </p:nvSpPr>
        <p:spPr>
          <a:xfrm>
            <a:off x="4566293" y="2339960"/>
            <a:ext cx="1015042" cy="552889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DEV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E3138B-15F8-E0DE-A1EB-42DEAE67AA8D}"/>
              </a:ext>
            </a:extLst>
          </p:cNvPr>
          <p:cNvSpPr/>
          <p:nvPr/>
        </p:nvSpPr>
        <p:spPr>
          <a:xfrm>
            <a:off x="5626625" y="2345511"/>
            <a:ext cx="1050958" cy="54733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QA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A21E74C-E2D0-7606-E8CC-46322719AF8D}"/>
              </a:ext>
            </a:extLst>
          </p:cNvPr>
          <p:cNvSpPr/>
          <p:nvPr/>
        </p:nvSpPr>
        <p:spPr>
          <a:xfrm>
            <a:off x="7848561" y="2323413"/>
            <a:ext cx="939763" cy="55189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PROD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3DA7AD3-2C14-C871-6CEC-D7A5C6A4FE02}"/>
              </a:ext>
            </a:extLst>
          </p:cNvPr>
          <p:cNvSpPr/>
          <p:nvPr/>
        </p:nvSpPr>
        <p:spPr>
          <a:xfrm>
            <a:off x="4570209" y="2966927"/>
            <a:ext cx="1015042" cy="552889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DEV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AA051A0-5D6D-1789-794F-61A7CEBC2E36}"/>
              </a:ext>
            </a:extLst>
          </p:cNvPr>
          <p:cNvSpPr/>
          <p:nvPr/>
        </p:nvSpPr>
        <p:spPr>
          <a:xfrm>
            <a:off x="5608462" y="2963609"/>
            <a:ext cx="1066247" cy="547866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prstClr val="white"/>
                </a:solidFill>
              </a:rPr>
              <a:t>STAGE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68E79C1-E173-41B3-6AAF-1AB2EB5DF139}"/>
              </a:ext>
            </a:extLst>
          </p:cNvPr>
          <p:cNvSpPr/>
          <p:nvPr/>
        </p:nvSpPr>
        <p:spPr>
          <a:xfrm>
            <a:off x="6789367" y="2955463"/>
            <a:ext cx="928016" cy="55189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PROD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01E2DC9-F864-46B1-6DA4-9DAC17CF8944}"/>
              </a:ext>
            </a:extLst>
          </p:cNvPr>
          <p:cNvSpPr/>
          <p:nvPr/>
        </p:nvSpPr>
        <p:spPr>
          <a:xfrm>
            <a:off x="5645386" y="3629364"/>
            <a:ext cx="799193" cy="552889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DEV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2957701-6097-E466-7A7D-6914E7F7F8D9}"/>
              </a:ext>
            </a:extLst>
          </p:cNvPr>
          <p:cNvSpPr/>
          <p:nvPr/>
        </p:nvSpPr>
        <p:spPr>
          <a:xfrm>
            <a:off x="8463988" y="3644419"/>
            <a:ext cx="611100" cy="55189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PROD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37D0EA4-4E24-9E8B-CE8F-D71082648499}"/>
              </a:ext>
            </a:extLst>
          </p:cNvPr>
          <p:cNvSpPr/>
          <p:nvPr/>
        </p:nvSpPr>
        <p:spPr>
          <a:xfrm>
            <a:off x="5635934" y="4264479"/>
            <a:ext cx="808644" cy="552889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DEV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C2885D1-86B1-7BDF-A074-35607D1DBD1D}"/>
              </a:ext>
            </a:extLst>
          </p:cNvPr>
          <p:cNvSpPr/>
          <p:nvPr/>
        </p:nvSpPr>
        <p:spPr>
          <a:xfrm>
            <a:off x="8465272" y="4277838"/>
            <a:ext cx="611100" cy="55189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PROD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DE5C88D-D890-4784-8931-EBDE9FCF4CA9}"/>
              </a:ext>
            </a:extLst>
          </p:cNvPr>
          <p:cNvCxnSpPr>
            <a:cxnSpLocks/>
          </p:cNvCxnSpPr>
          <p:nvPr/>
        </p:nvCxnSpPr>
        <p:spPr>
          <a:xfrm flipH="1">
            <a:off x="3433341" y="69636"/>
            <a:ext cx="1015" cy="558395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C6ABD59-E05C-4E08-B1C6-FA30525C410D}"/>
              </a:ext>
            </a:extLst>
          </p:cNvPr>
          <p:cNvCxnSpPr>
            <a:cxnSpLocks/>
          </p:cNvCxnSpPr>
          <p:nvPr/>
        </p:nvCxnSpPr>
        <p:spPr>
          <a:xfrm>
            <a:off x="5607945" y="80887"/>
            <a:ext cx="0" cy="556399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2AB8EB5B-A8AC-4A74-8603-F090FBC84656}"/>
              </a:ext>
            </a:extLst>
          </p:cNvPr>
          <p:cNvCxnSpPr>
            <a:cxnSpLocks/>
          </p:cNvCxnSpPr>
          <p:nvPr/>
        </p:nvCxnSpPr>
        <p:spPr>
          <a:xfrm>
            <a:off x="4522080" y="116096"/>
            <a:ext cx="18118" cy="5528787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E6D3746-528A-4FFC-8FCA-62EAA33F3BDD}"/>
              </a:ext>
            </a:extLst>
          </p:cNvPr>
          <p:cNvCxnSpPr>
            <a:cxnSpLocks/>
          </p:cNvCxnSpPr>
          <p:nvPr/>
        </p:nvCxnSpPr>
        <p:spPr>
          <a:xfrm>
            <a:off x="6718543" y="23767"/>
            <a:ext cx="18117" cy="558633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528530A-E94F-40DA-88C4-EA98F6FE1BB9}"/>
              </a:ext>
            </a:extLst>
          </p:cNvPr>
          <p:cNvCxnSpPr>
            <a:cxnSpLocks/>
          </p:cNvCxnSpPr>
          <p:nvPr/>
        </p:nvCxnSpPr>
        <p:spPr>
          <a:xfrm>
            <a:off x="7804499" y="80887"/>
            <a:ext cx="44523" cy="555576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8CF19E0-ADEA-43BB-A820-4B3E37614F0C}"/>
              </a:ext>
            </a:extLst>
          </p:cNvPr>
          <p:cNvCxnSpPr>
            <a:cxnSpLocks/>
          </p:cNvCxnSpPr>
          <p:nvPr/>
        </p:nvCxnSpPr>
        <p:spPr>
          <a:xfrm>
            <a:off x="8894075" y="81226"/>
            <a:ext cx="18117" cy="551371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44127AE-3FC3-4943-A6E0-89B4B42F38FF}"/>
              </a:ext>
            </a:extLst>
          </p:cNvPr>
          <p:cNvCxnSpPr>
            <a:cxnSpLocks/>
          </p:cNvCxnSpPr>
          <p:nvPr/>
        </p:nvCxnSpPr>
        <p:spPr>
          <a:xfrm>
            <a:off x="9990696" y="361142"/>
            <a:ext cx="0" cy="527914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027351-5826-07EC-9E66-5A1EAA0D55AD}"/>
              </a:ext>
            </a:extLst>
          </p:cNvPr>
          <p:cNvCxnSpPr>
            <a:cxnSpLocks/>
          </p:cNvCxnSpPr>
          <p:nvPr/>
        </p:nvCxnSpPr>
        <p:spPr>
          <a:xfrm>
            <a:off x="11070731" y="315804"/>
            <a:ext cx="0" cy="527914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3BCB661-D7C8-EEC3-DBFF-86DB0F8E6902}"/>
              </a:ext>
            </a:extLst>
          </p:cNvPr>
          <p:cNvSpPr txBox="1"/>
          <p:nvPr/>
        </p:nvSpPr>
        <p:spPr>
          <a:xfrm>
            <a:off x="19034" y="22462"/>
            <a:ext cx="1272633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 dirty="0">
                <a:solidFill>
                  <a:schemeClr val="accent3"/>
                </a:solidFill>
                <a:cs typeface="Calibri"/>
              </a:rPr>
              <a:t>APP UPGRADE</a:t>
            </a:r>
            <a:endParaRPr lang="en-US" sz="1400" b="1" dirty="0">
              <a:solidFill>
                <a:schemeClr val="accent3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27A7F21-0830-7C3A-F7C5-174975CF064F}"/>
              </a:ext>
            </a:extLst>
          </p:cNvPr>
          <p:cNvSpPr/>
          <p:nvPr/>
        </p:nvSpPr>
        <p:spPr>
          <a:xfrm>
            <a:off x="11191747" y="445825"/>
            <a:ext cx="988187" cy="5260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vert="vert270" rtlCol="0" anchor="ctr"/>
          <a:lstStyle>
            <a:defPPr>
              <a:defRPr lang="en-US"/>
            </a:defPPr>
            <a:lvl1pPr marL="0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DIN Condensed Bold"/>
              </a:rPr>
              <a:t>PRODUCTION  CODE FREEZE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9BF7A0-7C1C-8E42-CA19-279D41FCF9CC}"/>
              </a:ext>
            </a:extLst>
          </p:cNvPr>
          <p:cNvSpPr/>
          <p:nvPr/>
        </p:nvSpPr>
        <p:spPr>
          <a:xfrm>
            <a:off x="8526332" y="2914212"/>
            <a:ext cx="148706" cy="6553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vert="vert270" rtlCol="0" anchor="ctr"/>
          <a:lstStyle>
            <a:defPPr>
              <a:defRPr lang="en-US"/>
            </a:defPPr>
            <a:lvl1pPr marL="0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DIN Condensed Bold"/>
              </a:rPr>
              <a:t>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2A8EF-F333-33CC-1375-4A88A408844A}"/>
              </a:ext>
            </a:extLst>
          </p:cNvPr>
          <p:cNvSpPr/>
          <p:nvPr/>
        </p:nvSpPr>
        <p:spPr>
          <a:xfrm>
            <a:off x="3854615" y="1692326"/>
            <a:ext cx="643327" cy="552889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SANDBOX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A03E7C-6909-CB09-6AC1-5F5E1C4FB892}"/>
              </a:ext>
            </a:extLst>
          </p:cNvPr>
          <p:cNvSpPr/>
          <p:nvPr/>
        </p:nvSpPr>
        <p:spPr>
          <a:xfrm>
            <a:off x="3677300" y="2939194"/>
            <a:ext cx="148706" cy="6474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vert="vert270" rtlCol="0" anchor="ctr"/>
          <a:lstStyle>
            <a:defPPr>
              <a:defRPr lang="en-US"/>
            </a:defPPr>
            <a:lvl1pPr marL="0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DIN Condensed Bold"/>
              </a:rPr>
              <a:t>release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035F232-B533-AC2E-4635-312CA14BB2DC}"/>
              </a:ext>
            </a:extLst>
          </p:cNvPr>
          <p:cNvSpPr/>
          <p:nvPr/>
        </p:nvSpPr>
        <p:spPr>
          <a:xfrm>
            <a:off x="3859998" y="3090289"/>
            <a:ext cx="668185" cy="418114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SANDBOX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02BDCAA-21FB-493C-9938-FECF3305CCCB}"/>
              </a:ext>
            </a:extLst>
          </p:cNvPr>
          <p:cNvCxnSpPr>
            <a:cxnSpLocks/>
          </p:cNvCxnSpPr>
          <p:nvPr/>
        </p:nvCxnSpPr>
        <p:spPr>
          <a:xfrm>
            <a:off x="2343336" y="131233"/>
            <a:ext cx="0" cy="5522955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2D5F0A3-0641-2ABD-CD3A-40AF524D3285}"/>
              </a:ext>
            </a:extLst>
          </p:cNvPr>
          <p:cNvSpPr/>
          <p:nvPr/>
        </p:nvSpPr>
        <p:spPr>
          <a:xfrm>
            <a:off x="1223443" y="364980"/>
            <a:ext cx="2135105" cy="6489136"/>
          </a:xfrm>
          <a:prstGeom prst="rect">
            <a:avLst/>
          </a:prstGeom>
          <a:solidFill>
            <a:srgbClr val="C9DA4A">
              <a:alpha val="337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54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F702A-57B5-9346-CD09-36E85BF05681}"/>
              </a:ext>
            </a:extLst>
          </p:cNvPr>
          <p:cNvSpPr/>
          <p:nvPr/>
        </p:nvSpPr>
        <p:spPr>
          <a:xfrm>
            <a:off x="3867390" y="2333344"/>
            <a:ext cx="643327" cy="552889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0"/>
            <a:r>
              <a:rPr lang="en-US" sz="1050" b="1" kern="0">
                <a:solidFill>
                  <a:schemeClr val="bg1"/>
                </a:solidFill>
              </a:rPr>
              <a:t>SANDBOX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BE51A9-E9DB-1E6A-7F78-FD78DB3CB234}"/>
              </a:ext>
            </a:extLst>
          </p:cNvPr>
          <p:cNvSpPr/>
          <p:nvPr/>
        </p:nvSpPr>
        <p:spPr>
          <a:xfrm>
            <a:off x="7557226" y="2269663"/>
            <a:ext cx="148706" cy="6553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vert="vert270" rtlCol="0" anchor="ctr"/>
          <a:lstStyle>
            <a:defPPr>
              <a:defRPr lang="en-US"/>
            </a:defPPr>
            <a:lvl1pPr marL="0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DIN Condensed Bold"/>
              </a:rPr>
              <a:t>release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BA80743-D9E2-6AE1-7132-9A1573F3D4E8}"/>
              </a:ext>
            </a:extLst>
          </p:cNvPr>
          <p:cNvSpPr/>
          <p:nvPr/>
        </p:nvSpPr>
        <p:spPr>
          <a:xfrm>
            <a:off x="3858935" y="2909716"/>
            <a:ext cx="1720723" cy="203639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 defTabSz="914400"/>
            <a:r>
              <a:rPr lang="en-US" sz="1050" b="1" kern="0" dirty="0">
                <a:solidFill>
                  <a:schemeClr val="bg1"/>
                </a:solidFill>
              </a:rPr>
              <a:t>       AWS                 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142715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7"/>
  <p:tag name="MIO_SHOW_DATE" val="False"/>
  <p:tag name="MIO_SHOW_FOOTER" val="False"/>
  <p:tag name="MIO_SHOW_PAGENUMBER" val="False"/>
  <p:tag name="MIO_AVOID_BLANK_LAYOUT" val="False"/>
  <p:tag name="MIO_CD_LAYOUT_VALID_AREA" val="False"/>
  <p:tag name="MIO_NUMBER_OF_VALID_LAYOUTS" val="29"/>
  <p:tag name="MIO_HDS" val="True"/>
  <p:tag name="MIO_SKIPVERSION" val="01.01.0001 00:00:00"/>
  <p:tag name="MIO_EKGUID" val="82cba5d4-0058-4331-be23-587a4241c196"/>
  <p:tag name="MIO_UPDATE" val="True"/>
  <p:tag name="MIO_VERSION" val="23.08.2018 16:25:35"/>
  <p:tag name="MIO_DBID" val="25C89224-3BD0-4DAE-9699-6AD9CAF4AB96"/>
  <p:tag name="MIO_LASTDOWNLOADED" val="23.08.2018 16:25:35"/>
  <p:tag name="MIO_OBJECTNAME" val="Presales_Master"/>
  <p:tag name="MIO_LASTEDITORNAME" val="Peter Rutsch"/>
  <p:tag name="MIO_CDID" val="2fbe73ac-3723-4662-9d5a-a2c6c61485b5"/>
  <p:tag name="MIO_PRESI_FIRST_SLIDENUMBER" val="1"/>
</p:tagLst>
</file>

<file path=ppt/theme/theme1.xml><?xml version="1.0" encoding="utf-8"?>
<a:theme xmlns:a="http://schemas.openxmlformats.org/drawingml/2006/main" name="Cover Slides">
  <a:themeElements>
    <a:clrScheme name="EPAM_Color">
      <a:dk1>
        <a:srgbClr val="464547"/>
      </a:dk1>
      <a:lt1>
        <a:sysClr val="window" lastClr="FFFFFF"/>
      </a:lt1>
      <a:dk2>
        <a:srgbClr val="666666"/>
      </a:dk2>
      <a:lt2>
        <a:srgbClr val="999999"/>
      </a:lt2>
      <a:accent1>
        <a:srgbClr val="CCCCCC"/>
      </a:accent1>
      <a:accent2>
        <a:srgbClr val="39C2D7"/>
      </a:accent2>
      <a:accent3>
        <a:srgbClr val="1B8BA0"/>
      </a:accent3>
      <a:accent4>
        <a:srgbClr val="A3C644"/>
      </a:accent4>
      <a:accent5>
        <a:srgbClr val="7F993A"/>
      </a:accent5>
      <a:accent6>
        <a:srgbClr val="B22746"/>
      </a:accent6>
      <a:hlink>
        <a:srgbClr val="32B6CE"/>
      </a:hlink>
      <a:folHlink>
        <a:srgbClr val="1B8A9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PAM_PPT_General_Template_20150223.potx [Read-Only]" id="{3F780437-5247-4D95-A125-560A42267A72}" vid="{726895CF-17E3-49E7-93C3-176F6A99996A}"/>
    </a:ext>
  </a:extLst>
</a:theme>
</file>

<file path=ppt/theme/theme2.xml><?xml version="1.0" encoding="utf-8"?>
<a:theme xmlns:a="http://schemas.openxmlformats.org/drawingml/2006/main" name="Presale_MASTER">
  <a:themeElements>
    <a:clrScheme name="Custom 12">
      <a:dk1>
        <a:srgbClr val="222222"/>
      </a:dk1>
      <a:lt1>
        <a:sysClr val="window" lastClr="FFFFFF"/>
      </a:lt1>
      <a:dk2>
        <a:srgbClr val="464547"/>
      </a:dk2>
      <a:lt2>
        <a:srgbClr val="CCCCCC"/>
      </a:lt2>
      <a:accent1>
        <a:srgbClr val="222222"/>
      </a:accent1>
      <a:accent2>
        <a:srgbClr val="39C2D7"/>
      </a:accent2>
      <a:accent3>
        <a:srgbClr val="008ACF"/>
      </a:accent3>
      <a:accent4>
        <a:srgbClr val="A3C644"/>
      </a:accent4>
      <a:accent5>
        <a:srgbClr val="CEDB56"/>
      </a:accent5>
      <a:accent6>
        <a:srgbClr val="D35D47"/>
      </a:accent6>
      <a:hlink>
        <a:srgbClr val="76CDD8"/>
      </a:hlink>
      <a:folHlink>
        <a:srgbClr val="FF8500"/>
      </a:folHlink>
    </a:clrScheme>
    <a:fontScheme name="Custom 3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200" dirty="0"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400" dirty="0"/>
        </a:defPPr>
      </a:lstStyle>
    </a:txDef>
  </a:objectDefaults>
  <a:extraClrSchemeLst/>
  <a:custClrLst>
    <a:custClr name="PALINA WHITE">
      <a:srgbClr val="FFFFFF"/>
    </a:custClr>
    <a:custClr name="LIGHT GRAY">
      <a:srgbClr val="CCCCCC"/>
    </a:custClr>
    <a:custClr name="DARK GRAY">
      <a:srgbClr val="464547"/>
    </a:custClr>
    <a:custClr name="GRAPHITE">
      <a:srgbClr val="222222"/>
    </a:custClr>
    <a:custClr name="EPAM BLUE">
      <a:srgbClr val="80CDD8"/>
    </a:custClr>
    <a:custClr name="SHARP BLUE">
      <a:srgbClr val="39C2D7"/>
    </a:custClr>
    <a:custClr name="BRIGHT BLUE">
      <a:srgbClr val="008ACF"/>
    </a:custClr>
    <a:custClr name="DARK BLUE">
      <a:srgbClr val="263852"/>
    </a:custClr>
    <a:custClr name="LIME GREEN">
      <a:srgbClr val="CEDB56"/>
    </a:custClr>
    <a:custClr name="CORAL">
      <a:srgbClr val="D35D47"/>
    </a:custClr>
  </a:custClrLst>
  <a:extLst>
    <a:ext uri="{05A4C25C-085E-4340-85A3-A5531E510DB2}">
      <thm15:themeFamily xmlns:thm15="http://schemas.microsoft.com/office/thememl/2012/main" name="EPAM PPTX Template" id="{07F0FB55-CFFA-47CA-99A0-A77E3213ACA6}" vid="{5C4EAAF8-284D-4A65-B20F-C47DE8AC265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710FE4AEB4C04AA560664C94595FC6" ma:contentTypeVersion="10" ma:contentTypeDescription="Create a new document." ma:contentTypeScope="" ma:versionID="6c34ad2fed489b962dd3edf60c140f2f">
  <xsd:schema xmlns:xsd="http://www.w3.org/2001/XMLSchema" xmlns:xs="http://www.w3.org/2001/XMLSchema" xmlns:p="http://schemas.microsoft.com/office/2006/metadata/properties" xmlns:ns2="2fead325-a9ee-4230-a869-50c45b854c3e" xmlns:ns3="d91f321f-d38a-4a55-b388-ccb9d37becf0" targetNamespace="http://schemas.microsoft.com/office/2006/metadata/properties" ma:root="true" ma:fieldsID="5d41156d9c066f0b38a89f0113e99fed" ns2:_="" ns3:_="">
    <xsd:import namespace="2fead325-a9ee-4230-a869-50c45b854c3e"/>
    <xsd:import namespace="d91f321f-d38a-4a55-b388-ccb9d37bec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ead325-a9ee-4230-a869-50c45b854c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1f321f-d38a-4a55-b388-ccb9d37becf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691055-4BA1-472D-A58A-DF4DC1B86EF6}"/>
</file>

<file path=customXml/itemProps2.xml><?xml version="1.0" encoding="utf-8"?>
<ds:datastoreItem xmlns:ds="http://schemas.openxmlformats.org/officeDocument/2006/customXml" ds:itemID="{2BCAE1BA-4C43-4BC7-B609-D81B57E1B0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30DFFE-DCC1-454E-A844-25A5B853E0E1}">
  <ds:schemaRefs>
    <ds:schemaRef ds:uri="5082d0c6-83e8-4c9e-89df-a23dd772b409"/>
    <ds:schemaRef ds:uri="175c7c85-662e-4111-af82-0b54e53fdae1"/>
    <ds:schemaRef ds:uri="http://purl.org/dc/dcmitype/"/>
    <ds:schemaRef ds:uri="http://schemas.microsoft.com/office/2006/metadata/properties"/>
    <ds:schemaRef ds:uri="http://www.w3.org/XML/1998/namespace"/>
    <ds:schemaRef ds:uri="e1ae729e-762a-4b33-bffa-0bfc1e5fbe3f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EPAM_PPT_Default</Template>
  <TotalTime>316</TotalTime>
  <Words>99</Words>
  <Application>Microsoft Office PowerPoint</Application>
  <PresentationFormat>Widescreen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Lucida Grande</vt:lpstr>
      <vt:lpstr>Trebuchet MS</vt:lpstr>
      <vt:lpstr>Cover Slides</vt:lpstr>
      <vt:lpstr>Presale_MASTER</vt:lpstr>
      <vt:lpstr>PowerPoint Presentation</vt:lpstr>
    </vt:vector>
  </TitlesOfParts>
  <Company>One Call Care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Migration of Voice Campaigns</dc:title>
  <dc:subject>Telecom</dc:subject>
  <dc:creator>Syarhei Prudnikaw &amp; Steve Misisto</dc:creator>
  <cp:lastModifiedBy>Igor Kulyk</cp:lastModifiedBy>
  <cp:revision>3</cp:revision>
  <cp:lastPrinted>2017-06-01T11:19:32Z</cp:lastPrinted>
  <dcterms:created xsi:type="dcterms:W3CDTF">2015-07-24T09:50:51Z</dcterms:created>
  <dcterms:modified xsi:type="dcterms:W3CDTF">2023-04-27T21:37:09Z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0x010100EA710FE4AEB4C04AA560664C94595FC6</vt:lpwstr>
  </property>
  <property fmtid="{D5CDD505-2E9C-101B-9397-08002B2CF9AE}" pid="3" name="MediaServiceImageTags">
    <vt:lpwstr/>
  </property>
  <property fmtid="{D5CDD505-2E9C-101B-9397-08002B2CF9AE}" pid="4" name="MSIP_Label_2a535040-0af2-483f-adc3-a132c21e3e2b_Enabled">
    <vt:lpwstr>true</vt:lpwstr>
  </property>
  <property fmtid="{D5CDD505-2E9C-101B-9397-08002B2CF9AE}" pid="5" name="MSIP_Label_2a535040-0af2-483f-adc3-a132c21e3e2b_SetDate">
    <vt:lpwstr>2023-04-27T21:35:07Z</vt:lpwstr>
  </property>
  <property fmtid="{D5CDD505-2E9C-101B-9397-08002B2CF9AE}" pid="6" name="MSIP_Label_2a535040-0af2-483f-adc3-a132c21e3e2b_Method">
    <vt:lpwstr>Standard</vt:lpwstr>
  </property>
  <property fmtid="{D5CDD505-2E9C-101B-9397-08002B2CF9AE}" pid="7" name="MSIP_Label_2a535040-0af2-483f-adc3-a132c21e3e2b_Name">
    <vt:lpwstr>EPAM_Confidential</vt:lpwstr>
  </property>
  <property fmtid="{D5CDD505-2E9C-101B-9397-08002B2CF9AE}" pid="8" name="MSIP_Label_2a535040-0af2-483f-adc3-a132c21e3e2b_SiteId">
    <vt:lpwstr>b41b72d0-4e9f-4c26-8a69-f949f367c91d</vt:lpwstr>
  </property>
  <property fmtid="{D5CDD505-2E9C-101B-9397-08002B2CF9AE}" pid="9" name="MSIP_Label_2a535040-0af2-483f-adc3-a132c21e3e2b_ActionId">
    <vt:lpwstr>f5c44511-f59d-41fb-900f-c4ac3ca85154</vt:lpwstr>
  </property>
  <property fmtid="{D5CDD505-2E9C-101B-9397-08002B2CF9AE}" pid="10" name="MSIP_Label_2a535040-0af2-483f-adc3-a132c21e3e2b_ContentBits">
    <vt:lpwstr>0</vt:lpwstr>
  </property>
  <property fmtid="{D5CDD505-2E9C-101B-9397-08002B2CF9AE}" pid="11" name="Order">
    <vt:r8>10500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_ColorHex">
    <vt:lpwstr/>
  </property>
  <property fmtid="{D5CDD505-2E9C-101B-9397-08002B2CF9AE}" pid="17" name="_Emoji">
    <vt:lpwstr/>
  </property>
  <property fmtid="{D5CDD505-2E9C-101B-9397-08002B2CF9AE}" pid="18" name="ComplianceAssetId">
    <vt:lpwstr/>
  </property>
  <property fmtid="{D5CDD505-2E9C-101B-9397-08002B2CF9AE}" pid="19" name="TemplateUrl">
    <vt:lpwstr/>
  </property>
  <property fmtid="{D5CDD505-2E9C-101B-9397-08002B2CF9AE}" pid="20" name="_ExtendedDescription">
    <vt:lpwstr/>
  </property>
  <property fmtid="{D5CDD505-2E9C-101B-9397-08002B2CF9AE}" pid="21" name="_ColorTag">
    <vt:lpwstr/>
  </property>
  <property fmtid="{D5CDD505-2E9C-101B-9397-08002B2CF9AE}" pid="22" name="TriggerFlowInfo">
    <vt:lpwstr/>
  </property>
</Properties>
</file>